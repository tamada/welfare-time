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66" d="100"/>
          <a:sy n="166" d="100"/>
        </p:scale>
        <p:origin x="-1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DD934-61E6-8D5C-3501-DA871C57E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AD4775-C262-F747-2707-7824F5E02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5D4EAD-614A-A7CA-3DF7-243B61F2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0BE5D2-7EDD-98B4-9FC2-90E0955E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D013FF-204A-5600-6DBE-BBBF2CDE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64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B2B76-1EAA-1522-02AB-DE78A336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FAE788-F5C4-3353-3838-AA5BDC5D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6A4BC3-4D04-B099-EA74-6BCABC8E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A759EC-CC2C-372E-30AE-C907CEB9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C816EF-EA38-BF47-7143-2BBED153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482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C1C530-5411-75E3-C6CE-5F0FFAD49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156D53-04E3-E928-3F81-E08791CC1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D8B8F2-13C0-DA57-BB30-6A33C7BD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E7082C-585F-0A30-4390-32712D40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6DD9F3-365C-219E-83B6-26D51C63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618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2FAAD-7A51-AA46-0934-557B7A73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B326FC-DE31-F876-8B25-88A6919E8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B0E32D-0E98-9FB2-EF65-D748A7393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9D619B-2AF2-B334-0AC9-6B08DE9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83777-4C0E-74DE-70FB-8BA3658E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5E4230-2CCB-FA3D-3F16-856DE2E4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13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38364-0AAF-7018-4321-68425684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BE12C9-7FC5-072F-FB4C-1F09413B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AA2429-9CE6-3D2D-1F4E-84167A4AE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FA2150-AD7A-FE0D-520D-CEF02E8CF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582957-095B-F545-59B8-35DCD56A6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529CFA-7B3F-C18C-2267-632711F1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224CFC0-2B08-50B5-4A9D-08B8187A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053979-1676-AE0D-E1A5-2FE12644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53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D2EE6A-19CE-3396-B5EA-E48FCC24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E3D631F-F59F-2DA0-A324-9A6D31C4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F0A85E-243C-31D8-06B1-61AF26F8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9ED166-41E1-2D64-A893-06F8EB27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11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12D5FC7-C4A2-017E-37B4-627C20C0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EBC565D-8335-4713-72E3-A41E3F86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CE4F3D-0EBE-0BFE-37E2-7D302669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33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9FCBE-9E58-6955-AF90-7E7C0DF4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963C0E-7BFB-8229-99F5-F1719ADA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3E4E51-8EEC-1295-EE10-8A5CFF683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F873AB-4C22-9530-4DD5-93CEF80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65D9F7-DCBA-F34C-FF20-0C53411E1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63147F-9EFF-7732-7D7C-5F0E83B6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75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66ABF6-C15F-2C6F-369D-4224D35C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8CA6BD0-23AC-2553-1C4C-E2EA49470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C820BD-01A2-7267-3B7B-108FB6CB2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EF0512-F912-50DF-0B91-D206C2F1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19E7AC-DAD0-A84E-23CA-03F470D8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A56A8BC-E73B-BDF7-35EF-A276E814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067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5C73C-1832-2839-C681-DC108627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382060-1B22-599B-4A12-9C1E24FB8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F19BD7-7E99-05F5-C365-642BCE46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047D1B-14A6-CE9C-4662-1D348338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5B9FDB-3F5E-0826-A7EE-217D6866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93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DCB7599-0498-D07D-34C4-53A3D9D3B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28F9B7-0CB9-6F2C-7403-E07E15B73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C72BC8-959B-5A7A-6E1E-A683D9F9B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EB1113-992D-261B-800B-71269250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21BCC2-DE8F-FC9D-9DA1-B679DD86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16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9A032D4-4D17-9A68-CD41-AFF73915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481C01-9549-0017-1263-6F57527BB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063411-9022-3B4F-7AAD-0AEB4D173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E5F5D-CBC0-9A47-80CC-E2A0D4A9A78B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2B6BFE-17DA-6C9A-4746-6AD967712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3D69BA-DDBF-CE52-7F29-71B03A7CB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82B63-7FFA-3A4F-958F-463C4A09C7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51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80A4A06B-9846-C7DA-7B02-8ECDAA231A00}"/>
              </a:ext>
            </a:extLst>
          </p:cNvPr>
          <p:cNvGrpSpPr/>
          <p:nvPr/>
        </p:nvGrpSpPr>
        <p:grpSpPr>
          <a:xfrm>
            <a:off x="3299783" y="1142976"/>
            <a:ext cx="1800000" cy="1800000"/>
            <a:chOff x="3299783" y="1142976"/>
            <a:chExt cx="1800000" cy="1800000"/>
          </a:xfrm>
        </p:grpSpPr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FD9E20C9-A251-CB0E-AF2E-92ABA88283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99783" y="1142976"/>
              <a:ext cx="1800000" cy="1800000"/>
            </a:xfrm>
            <a:prstGeom prst="roundRect">
              <a:avLst/>
            </a:prstGeom>
            <a:solidFill>
              <a:srgbClr val="0038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D0D22B0-E65E-7375-B58E-3886997CDC57}"/>
                </a:ext>
              </a:extLst>
            </p:cNvPr>
            <p:cNvSpPr txBox="1"/>
            <p:nvPr/>
          </p:nvSpPr>
          <p:spPr>
            <a:xfrm>
              <a:off x="3645785" y="2296645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KSU</a:t>
              </a:r>
              <a:endParaRPr kumimoji="1" lang="ja-JP" altLang="en-US"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AD6E2925-A76D-D4AF-F1CF-4C2FB9BC3CB3}"/>
                </a:ext>
              </a:extLst>
            </p:cNvPr>
            <p:cNvGrpSpPr/>
            <p:nvPr/>
          </p:nvGrpSpPr>
          <p:grpSpPr>
            <a:xfrm>
              <a:off x="3659783" y="1297212"/>
              <a:ext cx="1080000" cy="1080000"/>
              <a:chOff x="2199817" y="1443209"/>
              <a:chExt cx="1080000" cy="1080000"/>
            </a:xfrm>
          </p:grpSpPr>
          <p:sp>
            <p:nvSpPr>
              <p:cNvPr id="6" name="ドーナツ 5">
                <a:extLst>
                  <a:ext uri="{FF2B5EF4-FFF2-40B4-BE49-F238E27FC236}">
                    <a16:creationId xmlns:a16="http://schemas.microsoft.com/office/drawing/2014/main" id="{6187DD4E-B98D-47C7-E916-15FDA13DD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99817" y="1443209"/>
                <a:ext cx="1080000" cy="1080000"/>
              </a:xfrm>
              <a:prstGeom prst="donut">
                <a:avLst>
                  <a:gd name="adj" fmla="val 71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角丸四角形 7">
                <a:extLst>
                  <a:ext uri="{FF2B5EF4-FFF2-40B4-BE49-F238E27FC236}">
                    <a16:creationId xmlns:a16="http://schemas.microsoft.com/office/drawing/2014/main" id="{C73E4C21-23FD-EBA8-1F89-C44C99EBDD8B}"/>
                  </a:ext>
                </a:extLst>
              </p:cNvPr>
              <p:cNvSpPr/>
              <p:nvPr/>
            </p:nvSpPr>
            <p:spPr>
              <a:xfrm>
                <a:off x="2199817" y="1947209"/>
                <a:ext cx="180000" cy="72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角丸四角形 8">
                <a:extLst>
                  <a:ext uri="{FF2B5EF4-FFF2-40B4-BE49-F238E27FC236}">
                    <a16:creationId xmlns:a16="http://schemas.microsoft.com/office/drawing/2014/main" id="{6794F283-029C-3E5D-B1B1-8D70489A64FA}"/>
                  </a:ext>
                </a:extLst>
              </p:cNvPr>
              <p:cNvSpPr/>
              <p:nvPr/>
            </p:nvSpPr>
            <p:spPr>
              <a:xfrm>
                <a:off x="3099817" y="1947209"/>
                <a:ext cx="180000" cy="72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角丸四角形 9">
                <a:extLst>
                  <a:ext uri="{FF2B5EF4-FFF2-40B4-BE49-F238E27FC236}">
                    <a16:creationId xmlns:a16="http://schemas.microsoft.com/office/drawing/2014/main" id="{F19A3421-8C6C-202F-4B10-722BD019D97C}"/>
                  </a:ext>
                </a:extLst>
              </p:cNvPr>
              <p:cNvSpPr/>
              <p:nvPr/>
            </p:nvSpPr>
            <p:spPr>
              <a:xfrm rot="16200000">
                <a:off x="2649817" y="1497210"/>
                <a:ext cx="180000" cy="72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角丸四角形 10">
                <a:extLst>
                  <a:ext uri="{FF2B5EF4-FFF2-40B4-BE49-F238E27FC236}">
                    <a16:creationId xmlns:a16="http://schemas.microsoft.com/office/drawing/2014/main" id="{EAC06479-7B76-3875-6B04-590DEC83547E}"/>
                  </a:ext>
                </a:extLst>
              </p:cNvPr>
              <p:cNvSpPr/>
              <p:nvPr/>
            </p:nvSpPr>
            <p:spPr>
              <a:xfrm rot="16200000">
                <a:off x="2649817" y="2397209"/>
                <a:ext cx="180000" cy="72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pic>
          <p:nvPicPr>
            <p:cNvPr id="14" name="グラフィックス 13">
              <a:extLst>
                <a:ext uri="{FF2B5EF4-FFF2-40B4-BE49-F238E27FC236}">
                  <a16:creationId xmlns:a16="http://schemas.microsoft.com/office/drawing/2014/main" id="{26ACE3B8-2AD3-C025-4D44-917B23008C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62835" y="1477212"/>
              <a:ext cx="720000" cy="720000"/>
            </a:xfrm>
            <a:prstGeom prst="rect">
              <a:avLst/>
            </a:prstGeom>
          </p:spPr>
        </p:pic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EC31F58-6106-2D42-6975-264E1A1BAB86}"/>
              </a:ext>
            </a:extLst>
          </p:cNvPr>
          <p:cNvGrpSpPr/>
          <p:nvPr/>
        </p:nvGrpSpPr>
        <p:grpSpPr>
          <a:xfrm>
            <a:off x="5864970" y="1142976"/>
            <a:ext cx="1800000" cy="1800000"/>
            <a:chOff x="3299783" y="1142976"/>
            <a:chExt cx="1800000" cy="1800000"/>
          </a:xfrm>
        </p:grpSpPr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FBB3D4A2-9131-AC76-F1A5-5409810C11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99783" y="1142976"/>
              <a:ext cx="1800000" cy="180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4AC216F-B30E-0866-DB95-2CB74095872C}"/>
                </a:ext>
              </a:extLst>
            </p:cNvPr>
            <p:cNvSpPr txBox="1"/>
            <p:nvPr/>
          </p:nvSpPr>
          <p:spPr>
            <a:xfrm>
              <a:off x="3645785" y="2296645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3600" dirty="0">
                  <a:solidFill>
                    <a:srgbClr val="00387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KSU</a:t>
              </a:r>
              <a:endParaRPr kumimoji="1" lang="ja-JP" altLang="en-US" sz="3600">
                <a:solidFill>
                  <a:srgbClr val="00387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E1CFA870-1D67-518F-2743-CF6BE7D9211E}"/>
                </a:ext>
              </a:extLst>
            </p:cNvPr>
            <p:cNvGrpSpPr/>
            <p:nvPr/>
          </p:nvGrpSpPr>
          <p:grpSpPr>
            <a:xfrm>
              <a:off x="3659783" y="1297212"/>
              <a:ext cx="1080000" cy="1080000"/>
              <a:chOff x="2199817" y="1443209"/>
              <a:chExt cx="1080000" cy="1080000"/>
            </a:xfrm>
          </p:grpSpPr>
          <p:sp>
            <p:nvSpPr>
              <p:cNvPr id="21" name="ドーナツ 20">
                <a:extLst>
                  <a:ext uri="{FF2B5EF4-FFF2-40B4-BE49-F238E27FC236}">
                    <a16:creationId xmlns:a16="http://schemas.microsoft.com/office/drawing/2014/main" id="{CDEE05B0-B050-66A5-D45E-8BEC72F386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99817" y="1443209"/>
                <a:ext cx="1080000" cy="1080000"/>
              </a:xfrm>
              <a:prstGeom prst="donut">
                <a:avLst>
                  <a:gd name="adj" fmla="val 7149"/>
                </a:avLst>
              </a:prstGeom>
              <a:solidFill>
                <a:srgbClr val="0038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角丸四角形 21">
                <a:extLst>
                  <a:ext uri="{FF2B5EF4-FFF2-40B4-BE49-F238E27FC236}">
                    <a16:creationId xmlns:a16="http://schemas.microsoft.com/office/drawing/2014/main" id="{C38E757D-0AC5-107F-685F-932A161174D4}"/>
                  </a:ext>
                </a:extLst>
              </p:cNvPr>
              <p:cNvSpPr/>
              <p:nvPr/>
            </p:nvSpPr>
            <p:spPr>
              <a:xfrm>
                <a:off x="2199817" y="1947209"/>
                <a:ext cx="180000" cy="72000"/>
              </a:xfrm>
              <a:prstGeom prst="roundRect">
                <a:avLst/>
              </a:prstGeom>
              <a:solidFill>
                <a:srgbClr val="0038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角丸四角形 22">
                <a:extLst>
                  <a:ext uri="{FF2B5EF4-FFF2-40B4-BE49-F238E27FC236}">
                    <a16:creationId xmlns:a16="http://schemas.microsoft.com/office/drawing/2014/main" id="{E797F1DE-B6BE-8960-8329-CD04410AE865}"/>
                  </a:ext>
                </a:extLst>
              </p:cNvPr>
              <p:cNvSpPr/>
              <p:nvPr/>
            </p:nvSpPr>
            <p:spPr>
              <a:xfrm>
                <a:off x="3099817" y="1947209"/>
                <a:ext cx="180000" cy="72000"/>
              </a:xfrm>
              <a:prstGeom prst="roundRect">
                <a:avLst/>
              </a:prstGeom>
              <a:solidFill>
                <a:srgbClr val="0038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角丸四角形 23">
                <a:extLst>
                  <a:ext uri="{FF2B5EF4-FFF2-40B4-BE49-F238E27FC236}">
                    <a16:creationId xmlns:a16="http://schemas.microsoft.com/office/drawing/2014/main" id="{1288F596-2F92-4DB7-5398-B06FCC6C268B}"/>
                  </a:ext>
                </a:extLst>
              </p:cNvPr>
              <p:cNvSpPr/>
              <p:nvPr/>
            </p:nvSpPr>
            <p:spPr>
              <a:xfrm rot="16200000">
                <a:off x="2649817" y="1497210"/>
                <a:ext cx="180000" cy="72000"/>
              </a:xfrm>
              <a:prstGeom prst="roundRect">
                <a:avLst/>
              </a:prstGeom>
              <a:solidFill>
                <a:srgbClr val="0038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角丸四角形 24">
                <a:extLst>
                  <a:ext uri="{FF2B5EF4-FFF2-40B4-BE49-F238E27FC236}">
                    <a16:creationId xmlns:a16="http://schemas.microsoft.com/office/drawing/2014/main" id="{FD3FCAD0-7421-9317-6005-EE1AD4E807FC}"/>
                  </a:ext>
                </a:extLst>
              </p:cNvPr>
              <p:cNvSpPr/>
              <p:nvPr/>
            </p:nvSpPr>
            <p:spPr>
              <a:xfrm rot="16200000">
                <a:off x="2649817" y="2397209"/>
                <a:ext cx="180000" cy="72000"/>
              </a:xfrm>
              <a:prstGeom prst="roundRect">
                <a:avLst/>
              </a:prstGeom>
              <a:solidFill>
                <a:srgbClr val="00387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pic>
          <p:nvPicPr>
            <p:cNvPr id="20" name="グラフィックス 19">
              <a:extLst>
                <a:ext uri="{FF2B5EF4-FFF2-40B4-BE49-F238E27FC236}">
                  <a16:creationId xmlns:a16="http://schemas.microsoft.com/office/drawing/2014/main" id="{975B3A30-D566-4232-002A-4015DDD5D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62835" y="1477212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0118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Macintosh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TAMADA HARUAKI</dc:creator>
  <cp:lastModifiedBy>TAMADA HARUAKI</cp:lastModifiedBy>
  <cp:revision>1</cp:revision>
  <dcterms:created xsi:type="dcterms:W3CDTF">2026-05-18T02:42:50Z</dcterms:created>
  <dcterms:modified xsi:type="dcterms:W3CDTF">2026-05-18T02:51:19Z</dcterms:modified>
</cp:coreProperties>
</file>