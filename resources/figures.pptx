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87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23"/>
    <p:restoredTop sz="94658"/>
  </p:normalViewPr>
  <p:slideViewPr>
    <p:cSldViewPr snapToGrid="0">
      <p:cViewPr>
        <p:scale>
          <a:sx n="177" d="100"/>
          <a:sy n="177" d="100"/>
        </p:scale>
        <p:origin x="-888" y="-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1DD934-61E6-8D5C-3501-DA871C57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5AD4775-C262-F747-2707-7824F5E023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5D4EAD-614A-A7CA-3DF7-243B61F2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0BE5D2-7EDD-98B4-9FC2-90E0955E2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AD013FF-204A-5600-6DBE-BBBF2CDE4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4641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4B2B76-1EAA-1522-02AB-DE78A336D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EFAE788-F5C4-3353-3838-AA5BDC5D9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C6A4BC3-4D04-B099-EA74-6BCABC8E4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AA759EC-CC2C-372E-30AE-C907CEB91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C816EF-EA38-BF47-7143-2BBED153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4823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C1C530-5411-75E3-C6CE-5F0FFAD49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156D53-04E3-E928-3F81-E08791CC1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D8B8F2-13C0-DA57-BB30-6A33C7BD8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E7082C-585F-0A30-4390-32712D406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6DD9F3-365C-219E-83B6-26D51C639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6187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02FAAD-7A51-AA46-0934-557B7A736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AB326FC-DE31-F876-8B25-88A6919E8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BB0E32D-0E98-9FB2-EF65-D748A7393F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99D619B-2AF2-B334-0AC9-6B08DE9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E83777-4C0E-74DE-70FB-8BA3658EE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55E4230-2CCB-FA3D-3F16-856DE2E47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4138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738364-0AAF-7018-4321-684256848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9BE12C9-7FC5-072F-FB4C-1F09413BDE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9AA2429-9CE6-3D2D-1F4E-84167A4AE3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DFA2150-AD7A-FE0D-520D-CEF02E8CFA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2582957-095B-F545-59B8-35DCD56A64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5529CFA-7B3F-C18C-2267-632711F16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224CFC0-2B08-50B5-4A9D-08B8187A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7053979-1676-AE0D-E1A5-2FE12644B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8530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D2EE6A-19CE-3396-B5EA-E48FCC245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E3D631F-F59F-2DA0-A324-9A6D31C4E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CF0A85E-243C-31D8-06B1-61AF26F89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89ED166-41E1-2D64-A893-06F8EB277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0116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12D5FC7-C4A2-017E-37B4-627C20C09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EBC565D-8335-4713-72E3-A41E3F864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ACE4F3D-0EBE-0BFE-37E2-7D3026693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4337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9FCBE-9E58-6955-AF90-7E7C0DF47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7963C0E-7BFB-8229-99F5-F1719ADA9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83E4E51-8EEC-1295-EE10-8A5CFF683B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2F873AB-4C22-9530-4DD5-93CEF8073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665D9F7-DCBA-F34C-FF20-0C53411E1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63147F-9EFF-7732-7D7C-5F0E83B68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0759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66ABF6-C15F-2C6F-369D-4224D35C7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8CA6BD0-23AC-2553-1C4C-E2EA49470F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AC820BD-01A2-7267-3B7B-108FB6CB2B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2EF0512-F912-50DF-0B91-D206C2F1C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A19E7AC-DAD0-A84E-23CA-03F470D82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A56A8BC-E73B-BDF7-35EF-A276E814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20679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15C73C-1832-2839-C681-DC1086274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0382060-1B22-599B-4A12-9C1E24FB81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F19BD7-7E99-05F5-C365-642BCE466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C047D1B-14A6-CE9C-4662-1D348338E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5B9FDB-3F5E-0826-A7EE-217D68665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3931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DCB7599-0498-D07D-34C4-53A3D9D3B0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528F9B7-0CB9-6F2C-7403-E07E15B73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1C72BC8-959B-5A7A-6E1E-A683D9F9B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7EB1113-992D-261B-800B-71269250A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21BCC2-DE8F-FC9D-9DA1-B679DD866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162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9A032D4-4D17-9A68-CD41-AFF739155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481C01-9549-0017-1263-6F57527BB4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063411-9022-3B4F-7AAD-0AEB4D1735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2B6BFE-17DA-6C9A-4746-6AD9677122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43D69BA-DDBF-CE52-7F29-71B03A7CB5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1515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0A4A06B-9846-C7DA-7B02-8ECDAA231A00}"/>
              </a:ext>
            </a:extLst>
          </p:cNvPr>
          <p:cNvGrpSpPr/>
          <p:nvPr/>
        </p:nvGrpSpPr>
        <p:grpSpPr>
          <a:xfrm>
            <a:off x="343065" y="684168"/>
            <a:ext cx="1800000" cy="1800000"/>
            <a:chOff x="3299783" y="1142976"/>
            <a:chExt cx="1800000" cy="1800000"/>
          </a:xfrm>
        </p:grpSpPr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FD9E20C9-A251-CB0E-AF2E-92ABA882832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99783" y="1142976"/>
              <a:ext cx="1800000" cy="1800000"/>
            </a:xfrm>
            <a:prstGeom prst="roundRect">
              <a:avLst>
                <a:gd name="adj" fmla="val 5038"/>
              </a:avLst>
            </a:prstGeom>
            <a:solidFill>
              <a:srgbClr val="00387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AD6E2925-A76D-D4AF-F1CF-4C2FB9BC3CB3}"/>
                </a:ext>
              </a:extLst>
            </p:cNvPr>
            <p:cNvGrpSpPr/>
            <p:nvPr/>
          </p:nvGrpSpPr>
          <p:grpSpPr>
            <a:xfrm>
              <a:off x="3659783" y="1297212"/>
              <a:ext cx="1080000" cy="1080000"/>
              <a:chOff x="2199817" y="1443209"/>
              <a:chExt cx="1080000" cy="1080000"/>
            </a:xfrm>
          </p:grpSpPr>
          <p:sp>
            <p:nvSpPr>
              <p:cNvPr id="6" name="ドーナツ 5">
                <a:extLst>
                  <a:ext uri="{FF2B5EF4-FFF2-40B4-BE49-F238E27FC236}">
                    <a16:creationId xmlns:a16="http://schemas.microsoft.com/office/drawing/2014/main" id="{6187DD4E-B98D-47C7-E916-15FDA13DD2E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99817" y="1443209"/>
                <a:ext cx="1080000" cy="1080000"/>
              </a:xfrm>
              <a:prstGeom prst="donut">
                <a:avLst>
                  <a:gd name="adj" fmla="val 7149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角丸四角形 7">
                <a:extLst>
                  <a:ext uri="{FF2B5EF4-FFF2-40B4-BE49-F238E27FC236}">
                    <a16:creationId xmlns:a16="http://schemas.microsoft.com/office/drawing/2014/main" id="{C73E4C21-23FD-EBA8-1F89-C44C99EBDD8B}"/>
                  </a:ext>
                </a:extLst>
              </p:cNvPr>
              <p:cNvSpPr/>
              <p:nvPr/>
            </p:nvSpPr>
            <p:spPr>
              <a:xfrm>
                <a:off x="2199817" y="1947209"/>
                <a:ext cx="180000" cy="72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" name="角丸四角形 8">
                <a:extLst>
                  <a:ext uri="{FF2B5EF4-FFF2-40B4-BE49-F238E27FC236}">
                    <a16:creationId xmlns:a16="http://schemas.microsoft.com/office/drawing/2014/main" id="{6794F283-029C-3E5D-B1B1-8D70489A64FA}"/>
                  </a:ext>
                </a:extLst>
              </p:cNvPr>
              <p:cNvSpPr/>
              <p:nvPr/>
            </p:nvSpPr>
            <p:spPr>
              <a:xfrm>
                <a:off x="3099817" y="1947209"/>
                <a:ext cx="180000" cy="72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角丸四角形 9">
                <a:extLst>
                  <a:ext uri="{FF2B5EF4-FFF2-40B4-BE49-F238E27FC236}">
                    <a16:creationId xmlns:a16="http://schemas.microsoft.com/office/drawing/2014/main" id="{F19A3421-8C6C-202F-4B10-722BD019D97C}"/>
                  </a:ext>
                </a:extLst>
              </p:cNvPr>
              <p:cNvSpPr/>
              <p:nvPr/>
            </p:nvSpPr>
            <p:spPr>
              <a:xfrm rot="16200000">
                <a:off x="2649817" y="1497210"/>
                <a:ext cx="180000" cy="72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" name="角丸四角形 10">
                <a:extLst>
                  <a:ext uri="{FF2B5EF4-FFF2-40B4-BE49-F238E27FC236}">
                    <a16:creationId xmlns:a16="http://schemas.microsoft.com/office/drawing/2014/main" id="{EAC06479-7B76-3875-6B04-590DEC83547E}"/>
                  </a:ext>
                </a:extLst>
              </p:cNvPr>
              <p:cNvSpPr/>
              <p:nvPr/>
            </p:nvSpPr>
            <p:spPr>
              <a:xfrm rot="16200000">
                <a:off x="2649817" y="2397209"/>
                <a:ext cx="180000" cy="72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pic>
          <p:nvPicPr>
            <p:cNvPr id="14" name="グラフィックス 13">
              <a:extLst>
                <a:ext uri="{FF2B5EF4-FFF2-40B4-BE49-F238E27FC236}">
                  <a16:creationId xmlns:a16="http://schemas.microsoft.com/office/drawing/2014/main" id="{26ACE3B8-2AD3-C025-4D44-917B23008C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862835" y="1477212"/>
              <a:ext cx="720000" cy="720000"/>
            </a:xfrm>
            <a:prstGeom prst="rect">
              <a:avLst/>
            </a:prstGeom>
          </p:spPr>
        </p:pic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66CA945-81C8-C5B1-54AF-AB7DC6EDA8A6}"/>
              </a:ext>
            </a:extLst>
          </p:cNvPr>
          <p:cNvGrpSpPr/>
          <p:nvPr/>
        </p:nvGrpSpPr>
        <p:grpSpPr>
          <a:xfrm>
            <a:off x="6072940" y="1142976"/>
            <a:ext cx="1800000" cy="1800000"/>
            <a:chOff x="3299783" y="1142976"/>
            <a:chExt cx="1800000" cy="1800000"/>
          </a:xfrm>
          <a:solidFill>
            <a:srgbClr val="00387D"/>
          </a:solidFill>
        </p:grpSpPr>
        <p:sp>
          <p:nvSpPr>
            <p:cNvPr id="3" name="角丸四角形 2">
              <a:extLst>
                <a:ext uri="{FF2B5EF4-FFF2-40B4-BE49-F238E27FC236}">
                  <a16:creationId xmlns:a16="http://schemas.microsoft.com/office/drawing/2014/main" id="{4CC4B70B-15EB-B356-4E45-FFDF8AF0A0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99783" y="1142976"/>
              <a:ext cx="1800000" cy="1800000"/>
            </a:xfrm>
            <a:prstGeom prst="roundRect">
              <a:avLst>
                <a:gd name="adj" fmla="val 503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7BD19939-6142-D9D2-3E59-AC988D088672}"/>
                </a:ext>
              </a:extLst>
            </p:cNvPr>
            <p:cNvSpPr txBox="1"/>
            <p:nvPr/>
          </p:nvSpPr>
          <p:spPr>
            <a:xfrm>
              <a:off x="3645785" y="2296645"/>
              <a:ext cx="110799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600" dirty="0">
                  <a:solidFill>
                    <a:srgbClr val="00387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KSU</a:t>
              </a:r>
              <a:endParaRPr kumimoji="1" lang="ja-JP" altLang="en-US" sz="3600">
                <a:solidFill>
                  <a:srgbClr val="00387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06D18BD2-1A46-5617-6CA7-CC7D6B6B38EB}"/>
                </a:ext>
              </a:extLst>
            </p:cNvPr>
            <p:cNvGrpSpPr/>
            <p:nvPr/>
          </p:nvGrpSpPr>
          <p:grpSpPr>
            <a:xfrm>
              <a:off x="3659783" y="1297212"/>
              <a:ext cx="1080000" cy="1080000"/>
              <a:chOff x="2199817" y="1443209"/>
              <a:chExt cx="1080000" cy="1080000"/>
            </a:xfrm>
            <a:grpFill/>
          </p:grpSpPr>
          <p:sp>
            <p:nvSpPr>
              <p:cNvPr id="27" name="ドーナツ 26">
                <a:extLst>
                  <a:ext uri="{FF2B5EF4-FFF2-40B4-BE49-F238E27FC236}">
                    <a16:creationId xmlns:a16="http://schemas.microsoft.com/office/drawing/2014/main" id="{844FB3DD-E071-463E-45E9-D0AD8C5EAFE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99817" y="1443209"/>
                <a:ext cx="1080000" cy="1080000"/>
              </a:xfrm>
              <a:prstGeom prst="donut">
                <a:avLst>
                  <a:gd name="adj" fmla="val 7149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角丸四角形 27">
                <a:extLst>
                  <a:ext uri="{FF2B5EF4-FFF2-40B4-BE49-F238E27FC236}">
                    <a16:creationId xmlns:a16="http://schemas.microsoft.com/office/drawing/2014/main" id="{BB6EB6EE-1787-85A1-93C0-BA3EDE852CAA}"/>
                  </a:ext>
                </a:extLst>
              </p:cNvPr>
              <p:cNvSpPr/>
              <p:nvPr/>
            </p:nvSpPr>
            <p:spPr>
              <a:xfrm>
                <a:off x="2199817" y="1947209"/>
                <a:ext cx="180000" cy="720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" name="角丸四角形 28">
                <a:extLst>
                  <a:ext uri="{FF2B5EF4-FFF2-40B4-BE49-F238E27FC236}">
                    <a16:creationId xmlns:a16="http://schemas.microsoft.com/office/drawing/2014/main" id="{B7063A7E-8242-BBFA-DD02-70823212FD09}"/>
                  </a:ext>
                </a:extLst>
              </p:cNvPr>
              <p:cNvSpPr/>
              <p:nvPr/>
            </p:nvSpPr>
            <p:spPr>
              <a:xfrm>
                <a:off x="3099817" y="1947209"/>
                <a:ext cx="180000" cy="720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角丸四角形 29">
                <a:extLst>
                  <a:ext uri="{FF2B5EF4-FFF2-40B4-BE49-F238E27FC236}">
                    <a16:creationId xmlns:a16="http://schemas.microsoft.com/office/drawing/2014/main" id="{06D3921B-65C1-ED71-A55E-DC5F3508DE44}"/>
                  </a:ext>
                </a:extLst>
              </p:cNvPr>
              <p:cNvSpPr/>
              <p:nvPr/>
            </p:nvSpPr>
            <p:spPr>
              <a:xfrm rot="16200000">
                <a:off x="2649817" y="1497210"/>
                <a:ext cx="180000" cy="720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1" name="角丸四角形 30">
                <a:extLst>
                  <a:ext uri="{FF2B5EF4-FFF2-40B4-BE49-F238E27FC236}">
                    <a16:creationId xmlns:a16="http://schemas.microsoft.com/office/drawing/2014/main" id="{D3024756-69AA-8304-90CB-3FA8DE22B5B1}"/>
                  </a:ext>
                </a:extLst>
              </p:cNvPr>
              <p:cNvSpPr/>
              <p:nvPr/>
            </p:nvSpPr>
            <p:spPr>
              <a:xfrm rot="16200000">
                <a:off x="2649817" y="2397209"/>
                <a:ext cx="180000" cy="720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pic>
          <p:nvPicPr>
            <p:cNvPr id="26" name="グラフィックス 25">
              <a:extLst>
                <a:ext uri="{FF2B5EF4-FFF2-40B4-BE49-F238E27FC236}">
                  <a16:creationId xmlns:a16="http://schemas.microsoft.com/office/drawing/2014/main" id="{82745E80-282B-8BF8-29AE-6E78021727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62835" y="1477212"/>
              <a:ext cx="720000" cy="720000"/>
            </a:xfrm>
            <a:prstGeom prst="rect">
              <a:avLst/>
            </a:prstGeom>
          </p:spPr>
        </p:pic>
      </p:grp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7E1195F4-268D-C30E-1410-AF276B81DB09}"/>
              </a:ext>
            </a:extLst>
          </p:cNvPr>
          <p:cNvSpPr>
            <a:spLocks noChangeAspect="1"/>
          </p:cNvSpPr>
          <p:nvPr/>
        </p:nvSpPr>
        <p:spPr>
          <a:xfrm>
            <a:off x="1538868" y="4650059"/>
            <a:ext cx="1080000" cy="1080000"/>
          </a:xfrm>
          <a:prstGeom prst="roundRect">
            <a:avLst>
              <a:gd name="adj" fmla="val 7374"/>
            </a:avLst>
          </a:prstGeom>
          <a:solidFill>
            <a:schemeClr val="bg1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226AD7EC-6FED-A46C-0F98-11B576728E0B}"/>
              </a:ext>
            </a:extLst>
          </p:cNvPr>
          <p:cNvGrpSpPr/>
          <p:nvPr/>
        </p:nvGrpSpPr>
        <p:grpSpPr>
          <a:xfrm>
            <a:off x="1630675" y="4794059"/>
            <a:ext cx="896386" cy="792000"/>
            <a:chOff x="1672682" y="4783874"/>
            <a:chExt cx="896386" cy="792000"/>
          </a:xfrm>
        </p:grpSpPr>
        <p:grpSp>
          <p:nvGrpSpPr>
            <p:cNvPr id="23" name="グループ化 22">
              <a:extLst>
                <a:ext uri="{FF2B5EF4-FFF2-40B4-BE49-F238E27FC236}">
                  <a16:creationId xmlns:a16="http://schemas.microsoft.com/office/drawing/2014/main" id="{A4D540D3-8261-DC6C-1C49-BC78F8471F20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</p:grpSpPr>
          <p:sp>
            <p:nvSpPr>
              <p:cNvPr id="18" name="円/楕円 17">
                <a:extLst>
                  <a:ext uri="{FF2B5EF4-FFF2-40B4-BE49-F238E27FC236}">
                    <a16:creationId xmlns:a16="http://schemas.microsoft.com/office/drawing/2014/main" id="{ED59A18A-7934-8B4B-BF4B-50B8CF49071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2" name="片側の 2 つの角を丸めた四角形 21">
                <a:extLst>
                  <a:ext uri="{FF2B5EF4-FFF2-40B4-BE49-F238E27FC236}">
                    <a16:creationId xmlns:a16="http://schemas.microsoft.com/office/drawing/2014/main" id="{E306AFE6-2992-5008-BB56-F5C621FD3CC9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4" name="グループ化 23">
              <a:extLst>
                <a:ext uri="{FF2B5EF4-FFF2-40B4-BE49-F238E27FC236}">
                  <a16:creationId xmlns:a16="http://schemas.microsoft.com/office/drawing/2014/main" id="{A690B9A9-563D-9E32-8AA8-138D5074D980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</p:grpSpPr>
          <p:sp>
            <p:nvSpPr>
              <p:cNvPr id="25" name="円/楕円 24">
                <a:extLst>
                  <a:ext uri="{FF2B5EF4-FFF2-40B4-BE49-F238E27FC236}">
                    <a16:creationId xmlns:a16="http://schemas.microsoft.com/office/drawing/2014/main" id="{9D61C9A9-CEA8-854F-DE59-34CFFA7B76A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" name="片側の 2 つの角を丸めた四角形 31">
                <a:extLst>
                  <a:ext uri="{FF2B5EF4-FFF2-40B4-BE49-F238E27FC236}">
                    <a16:creationId xmlns:a16="http://schemas.microsoft.com/office/drawing/2014/main" id="{0FB3BCAE-7A10-3020-FA96-17ADB6E5632E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6CB3C9C2-D427-67B0-E048-B508D8935E2D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</p:grpSpPr>
          <p:sp>
            <p:nvSpPr>
              <p:cNvPr id="34" name="円/楕円 33">
                <a:extLst>
                  <a:ext uri="{FF2B5EF4-FFF2-40B4-BE49-F238E27FC236}">
                    <a16:creationId xmlns:a16="http://schemas.microsoft.com/office/drawing/2014/main" id="{A37FC1EF-59A5-5D73-ED7A-4DC4FE09254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片側の 2 つの角を丸めた四角形 34">
                <a:extLst>
                  <a:ext uri="{FF2B5EF4-FFF2-40B4-BE49-F238E27FC236}">
                    <a16:creationId xmlns:a16="http://schemas.microsoft.com/office/drawing/2014/main" id="{CD2259AE-C0B3-BBF8-9282-92A96579785C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37" name="角丸四角形 36">
            <a:extLst>
              <a:ext uri="{FF2B5EF4-FFF2-40B4-BE49-F238E27FC236}">
                <a16:creationId xmlns:a16="http://schemas.microsoft.com/office/drawing/2014/main" id="{DB5580FF-71D2-20E2-CEFA-5AD127C2BF92}"/>
              </a:ext>
            </a:extLst>
          </p:cNvPr>
          <p:cNvSpPr>
            <a:spLocks noChangeAspect="1"/>
          </p:cNvSpPr>
          <p:nvPr/>
        </p:nvSpPr>
        <p:spPr>
          <a:xfrm>
            <a:off x="2827505" y="4650059"/>
            <a:ext cx="1080000" cy="1080000"/>
          </a:xfrm>
          <a:prstGeom prst="roundRect">
            <a:avLst>
              <a:gd name="adj" fmla="val 7374"/>
            </a:avLst>
          </a:prstGeom>
          <a:solidFill>
            <a:schemeClr val="bg1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EC2DF077-C833-D8B1-C947-C42453EC3F35}"/>
              </a:ext>
            </a:extLst>
          </p:cNvPr>
          <p:cNvGrpSpPr/>
          <p:nvPr/>
        </p:nvGrpSpPr>
        <p:grpSpPr>
          <a:xfrm>
            <a:off x="2919312" y="4794059"/>
            <a:ext cx="896386" cy="792000"/>
            <a:chOff x="1672682" y="4783874"/>
            <a:chExt cx="896386" cy="792000"/>
          </a:xfrm>
        </p:grpSpPr>
        <p:grpSp>
          <p:nvGrpSpPr>
            <p:cNvPr id="39" name="グループ化 38">
              <a:extLst>
                <a:ext uri="{FF2B5EF4-FFF2-40B4-BE49-F238E27FC236}">
                  <a16:creationId xmlns:a16="http://schemas.microsoft.com/office/drawing/2014/main" id="{F4D42457-F9C1-2D44-15B5-26C7D19AF449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</p:grpSpPr>
          <p:sp>
            <p:nvSpPr>
              <p:cNvPr id="46" name="円/楕円 45">
                <a:extLst>
                  <a:ext uri="{FF2B5EF4-FFF2-40B4-BE49-F238E27FC236}">
                    <a16:creationId xmlns:a16="http://schemas.microsoft.com/office/drawing/2014/main" id="{DD7012CC-F0BB-9ECD-233B-D15A5E540BC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7" name="片側の 2 つの角を丸めた四角形 46">
                <a:extLst>
                  <a:ext uri="{FF2B5EF4-FFF2-40B4-BE49-F238E27FC236}">
                    <a16:creationId xmlns:a16="http://schemas.microsoft.com/office/drawing/2014/main" id="{8694A5D6-58B9-726B-4B62-05105F1C2D68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4ACFC37A-FC29-9FAA-D2E9-2FBEA681F7F1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</p:grpSpPr>
          <p:sp>
            <p:nvSpPr>
              <p:cNvPr id="44" name="円/楕円 43">
                <a:extLst>
                  <a:ext uri="{FF2B5EF4-FFF2-40B4-BE49-F238E27FC236}">
                    <a16:creationId xmlns:a16="http://schemas.microsoft.com/office/drawing/2014/main" id="{F61A2E89-9733-EFB8-53B2-B273078F526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5" name="片側の 2 つの角を丸めた四角形 44">
                <a:extLst>
                  <a:ext uri="{FF2B5EF4-FFF2-40B4-BE49-F238E27FC236}">
                    <a16:creationId xmlns:a16="http://schemas.microsoft.com/office/drawing/2014/main" id="{2DE2A8CD-53A5-D2A1-0C28-8A7F72F027B7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8127FA06-8711-B046-3D5E-929F0AA2D736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</p:grpSpPr>
          <p:sp>
            <p:nvSpPr>
              <p:cNvPr id="42" name="円/楕円 41">
                <a:extLst>
                  <a:ext uri="{FF2B5EF4-FFF2-40B4-BE49-F238E27FC236}">
                    <a16:creationId xmlns:a16="http://schemas.microsoft.com/office/drawing/2014/main" id="{FFA0D19A-8E19-741F-A0A4-23F0647526C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3" name="片側の 2 つの角を丸めた四角形 42">
                <a:extLst>
                  <a:ext uri="{FF2B5EF4-FFF2-40B4-BE49-F238E27FC236}">
                    <a16:creationId xmlns:a16="http://schemas.microsoft.com/office/drawing/2014/main" id="{CBDD02BF-CD66-6D7C-E68B-959991B06C85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48" name="角丸四角形 47">
            <a:extLst>
              <a:ext uri="{FF2B5EF4-FFF2-40B4-BE49-F238E27FC236}">
                <a16:creationId xmlns:a16="http://schemas.microsoft.com/office/drawing/2014/main" id="{EAA0A984-90F6-38BF-FF71-24A998CE67BD}"/>
              </a:ext>
            </a:extLst>
          </p:cNvPr>
          <p:cNvSpPr>
            <a:spLocks noChangeAspect="1"/>
          </p:cNvSpPr>
          <p:nvPr/>
        </p:nvSpPr>
        <p:spPr>
          <a:xfrm>
            <a:off x="4116142" y="4650059"/>
            <a:ext cx="1080000" cy="1080000"/>
          </a:xfrm>
          <a:prstGeom prst="roundRect">
            <a:avLst>
              <a:gd name="adj" fmla="val 7374"/>
            </a:avLst>
          </a:prstGeom>
          <a:solidFill>
            <a:schemeClr val="bg1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465456A1-F624-A979-1A8A-454E3E225FA6}"/>
              </a:ext>
            </a:extLst>
          </p:cNvPr>
          <p:cNvGrpSpPr/>
          <p:nvPr/>
        </p:nvGrpSpPr>
        <p:grpSpPr>
          <a:xfrm>
            <a:off x="4207949" y="4794059"/>
            <a:ext cx="896386" cy="792000"/>
            <a:chOff x="1672682" y="4783874"/>
            <a:chExt cx="896386" cy="792000"/>
          </a:xfrm>
        </p:grpSpPr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D6DD1CA1-ED1B-545E-4974-1AC757371C83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</p:grpSpPr>
          <p:sp>
            <p:nvSpPr>
              <p:cNvPr id="57" name="円/楕円 56">
                <a:extLst>
                  <a:ext uri="{FF2B5EF4-FFF2-40B4-BE49-F238E27FC236}">
                    <a16:creationId xmlns:a16="http://schemas.microsoft.com/office/drawing/2014/main" id="{E4D16F12-D350-2900-DB83-F2056654DF9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8" name="片側の 2 つの角を丸めた四角形 57">
                <a:extLst>
                  <a:ext uri="{FF2B5EF4-FFF2-40B4-BE49-F238E27FC236}">
                    <a16:creationId xmlns:a16="http://schemas.microsoft.com/office/drawing/2014/main" id="{C64847BB-1375-7F11-7FDB-56FC23998E7E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CE2FE8F2-1ED1-A646-11CA-4FFE71076078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</p:grpSpPr>
          <p:sp>
            <p:nvSpPr>
              <p:cNvPr id="55" name="円/楕円 54">
                <a:extLst>
                  <a:ext uri="{FF2B5EF4-FFF2-40B4-BE49-F238E27FC236}">
                    <a16:creationId xmlns:a16="http://schemas.microsoft.com/office/drawing/2014/main" id="{05AB9E3E-1EAF-1451-6A03-E665982A2AC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6" name="片側の 2 つの角を丸めた四角形 55">
                <a:extLst>
                  <a:ext uri="{FF2B5EF4-FFF2-40B4-BE49-F238E27FC236}">
                    <a16:creationId xmlns:a16="http://schemas.microsoft.com/office/drawing/2014/main" id="{C8DF88FB-DE04-ADBD-1A02-FD6DE8528519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52" name="グループ化 51">
              <a:extLst>
                <a:ext uri="{FF2B5EF4-FFF2-40B4-BE49-F238E27FC236}">
                  <a16:creationId xmlns:a16="http://schemas.microsoft.com/office/drawing/2014/main" id="{678F856B-15DD-A102-5F6C-0BA42C6264E9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</p:grpSpPr>
          <p:sp>
            <p:nvSpPr>
              <p:cNvPr id="53" name="円/楕円 52">
                <a:extLst>
                  <a:ext uri="{FF2B5EF4-FFF2-40B4-BE49-F238E27FC236}">
                    <a16:creationId xmlns:a16="http://schemas.microsoft.com/office/drawing/2014/main" id="{B79AA4B7-9C1D-43AA-64B2-4ACB5BE0942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4" name="片側の 2 つの角を丸めた四角形 53">
                <a:extLst>
                  <a:ext uri="{FF2B5EF4-FFF2-40B4-BE49-F238E27FC236}">
                    <a16:creationId xmlns:a16="http://schemas.microsoft.com/office/drawing/2014/main" id="{20890BF4-0EA9-3D28-3194-35A8346D8FDF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11CED497-16D6-354E-11EB-BD7552AAECCE}"/>
              </a:ext>
            </a:extLst>
          </p:cNvPr>
          <p:cNvSpPr/>
          <p:nvPr/>
        </p:nvSpPr>
        <p:spPr>
          <a:xfrm>
            <a:off x="1934719" y="4732859"/>
            <a:ext cx="646161" cy="914400"/>
          </a:xfrm>
          <a:prstGeom prst="rect">
            <a:avLst/>
          </a:prstGeom>
          <a:solidFill>
            <a:srgbClr val="FFFFFF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E5958383-0B6E-B789-2135-B538AFBEB114}"/>
              </a:ext>
            </a:extLst>
          </p:cNvPr>
          <p:cNvSpPr/>
          <p:nvPr/>
        </p:nvSpPr>
        <p:spPr>
          <a:xfrm>
            <a:off x="3525971" y="4732859"/>
            <a:ext cx="330045" cy="914400"/>
          </a:xfrm>
          <a:prstGeom prst="rect">
            <a:avLst/>
          </a:prstGeom>
          <a:solidFill>
            <a:srgbClr val="FFFFFF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69" name="グループ化 68">
            <a:extLst>
              <a:ext uri="{FF2B5EF4-FFF2-40B4-BE49-F238E27FC236}">
                <a16:creationId xmlns:a16="http://schemas.microsoft.com/office/drawing/2014/main" id="{C3B2AD97-3E2E-E1E1-2387-CE3E62B91A98}"/>
              </a:ext>
            </a:extLst>
          </p:cNvPr>
          <p:cNvGrpSpPr/>
          <p:nvPr/>
        </p:nvGrpSpPr>
        <p:grpSpPr>
          <a:xfrm>
            <a:off x="5892940" y="4650059"/>
            <a:ext cx="1080000" cy="1080000"/>
            <a:chOff x="5892940" y="4650059"/>
            <a:chExt cx="1080000" cy="1080000"/>
          </a:xfrm>
        </p:grpSpPr>
        <p:sp>
          <p:nvSpPr>
            <p:cNvPr id="61" name="角丸四角形 60">
              <a:extLst>
                <a:ext uri="{FF2B5EF4-FFF2-40B4-BE49-F238E27FC236}">
                  <a16:creationId xmlns:a16="http://schemas.microsoft.com/office/drawing/2014/main" id="{C8A5C4B7-A490-E604-DDE8-B5BD7A5EA1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92940" y="4650059"/>
              <a:ext cx="1080000" cy="1080000"/>
            </a:xfrm>
            <a:prstGeom prst="roundRect">
              <a:avLst>
                <a:gd name="adj" fmla="val 7374"/>
              </a:avLst>
            </a:prstGeom>
            <a:solidFill>
              <a:schemeClr val="bg1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C000A3BD-D5A3-9E37-EDDC-EEFB39BE97E4}"/>
                </a:ext>
              </a:extLst>
            </p:cNvPr>
            <p:cNvSpPr/>
            <p:nvPr/>
          </p:nvSpPr>
          <p:spPr>
            <a:xfrm>
              <a:off x="5982940" y="5334445"/>
              <a:ext cx="900000" cy="252000"/>
            </a:xfrm>
            <a:prstGeom prst="rect">
              <a:avLst/>
            </a:prstGeom>
            <a:solidFill>
              <a:srgbClr val="00387D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台形 62">
              <a:extLst>
                <a:ext uri="{FF2B5EF4-FFF2-40B4-BE49-F238E27FC236}">
                  <a16:creationId xmlns:a16="http://schemas.microsoft.com/office/drawing/2014/main" id="{824D4DE3-C2E3-BF63-C607-C12C93AE375A}"/>
                </a:ext>
              </a:extLst>
            </p:cNvPr>
            <p:cNvSpPr/>
            <p:nvPr/>
          </p:nvSpPr>
          <p:spPr>
            <a:xfrm>
              <a:off x="5982940" y="4956059"/>
              <a:ext cx="900000" cy="360000"/>
            </a:xfrm>
            <a:prstGeom prst="trapezoid">
              <a:avLst/>
            </a:prstGeom>
            <a:solidFill>
              <a:schemeClr val="bg1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角丸四角形 65">
              <a:extLst>
                <a:ext uri="{FF2B5EF4-FFF2-40B4-BE49-F238E27FC236}">
                  <a16:creationId xmlns:a16="http://schemas.microsoft.com/office/drawing/2014/main" id="{851125C4-CBE5-2CC4-197A-502660306BFF}"/>
                </a:ext>
              </a:extLst>
            </p:cNvPr>
            <p:cNvSpPr/>
            <p:nvPr/>
          </p:nvSpPr>
          <p:spPr>
            <a:xfrm rot="1800000">
              <a:off x="6306940" y="4813039"/>
              <a:ext cx="252000" cy="360000"/>
            </a:xfrm>
            <a:prstGeom prst="roundRect">
              <a:avLst/>
            </a:prstGeom>
            <a:solidFill>
              <a:srgbClr val="00387D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正方形/長方形 66">
              <a:extLst>
                <a:ext uri="{FF2B5EF4-FFF2-40B4-BE49-F238E27FC236}">
                  <a16:creationId xmlns:a16="http://schemas.microsoft.com/office/drawing/2014/main" id="{4260BD11-B14F-93E2-5244-8049E2B828D9}"/>
                </a:ext>
              </a:extLst>
            </p:cNvPr>
            <p:cNvSpPr/>
            <p:nvPr/>
          </p:nvSpPr>
          <p:spPr>
            <a:xfrm>
              <a:off x="6252940" y="5136059"/>
              <a:ext cx="360000" cy="36000"/>
            </a:xfrm>
            <a:prstGeom prst="rect">
              <a:avLst/>
            </a:prstGeom>
            <a:solidFill>
              <a:srgbClr val="00387D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8" name="正方形/長方形 67">
              <a:extLst>
                <a:ext uri="{FF2B5EF4-FFF2-40B4-BE49-F238E27FC236}">
                  <a16:creationId xmlns:a16="http://schemas.microsoft.com/office/drawing/2014/main" id="{11D02958-B9DB-FF99-2C78-C6481A26B2B9}"/>
                </a:ext>
              </a:extLst>
            </p:cNvPr>
            <p:cNvSpPr/>
            <p:nvPr/>
          </p:nvSpPr>
          <p:spPr>
            <a:xfrm>
              <a:off x="6346474" y="5180716"/>
              <a:ext cx="180000" cy="7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05" name="角丸四角形 104">
            <a:extLst>
              <a:ext uri="{FF2B5EF4-FFF2-40B4-BE49-F238E27FC236}">
                <a16:creationId xmlns:a16="http://schemas.microsoft.com/office/drawing/2014/main" id="{51EBF47B-5484-8295-3BE5-1E3C2C2CA284}"/>
              </a:ext>
            </a:extLst>
          </p:cNvPr>
          <p:cNvSpPr>
            <a:spLocks noChangeAspect="1"/>
          </p:cNvSpPr>
          <p:nvPr/>
        </p:nvSpPr>
        <p:spPr>
          <a:xfrm>
            <a:off x="1538868" y="3313136"/>
            <a:ext cx="1080000" cy="1080000"/>
          </a:xfrm>
          <a:prstGeom prst="roundRect">
            <a:avLst>
              <a:gd name="adj" fmla="val 7374"/>
            </a:avLst>
          </a:prstGeom>
          <a:solidFill>
            <a:srgbClr val="00387D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6" name="グループ化 105">
            <a:extLst>
              <a:ext uri="{FF2B5EF4-FFF2-40B4-BE49-F238E27FC236}">
                <a16:creationId xmlns:a16="http://schemas.microsoft.com/office/drawing/2014/main" id="{226D53D2-447F-0FFC-28B3-B24331076904}"/>
              </a:ext>
            </a:extLst>
          </p:cNvPr>
          <p:cNvGrpSpPr/>
          <p:nvPr/>
        </p:nvGrpSpPr>
        <p:grpSpPr>
          <a:xfrm>
            <a:off x="1630675" y="3457136"/>
            <a:ext cx="896386" cy="792000"/>
            <a:chOff x="1672682" y="4783874"/>
            <a:chExt cx="896386" cy="792000"/>
          </a:xfrm>
          <a:solidFill>
            <a:schemeClr val="bg1"/>
          </a:solidFill>
        </p:grpSpPr>
        <p:grpSp>
          <p:nvGrpSpPr>
            <p:cNvPr id="107" name="グループ化 106">
              <a:extLst>
                <a:ext uri="{FF2B5EF4-FFF2-40B4-BE49-F238E27FC236}">
                  <a16:creationId xmlns:a16="http://schemas.microsoft.com/office/drawing/2014/main" id="{49C71C36-E9F6-10B3-F8AB-32FFB22DF0FA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14" name="円/楕円 113">
                <a:extLst>
                  <a:ext uri="{FF2B5EF4-FFF2-40B4-BE49-F238E27FC236}">
                    <a16:creationId xmlns:a16="http://schemas.microsoft.com/office/drawing/2014/main" id="{EB54CB50-9E98-4ABC-1D5F-E6F4EE27A54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5" name="片側の 2 つの角を丸めた四角形 114">
                <a:extLst>
                  <a:ext uri="{FF2B5EF4-FFF2-40B4-BE49-F238E27FC236}">
                    <a16:creationId xmlns:a16="http://schemas.microsoft.com/office/drawing/2014/main" id="{C57E083E-CCE4-4207-53A5-619525ABA5CF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08" name="グループ化 107">
              <a:extLst>
                <a:ext uri="{FF2B5EF4-FFF2-40B4-BE49-F238E27FC236}">
                  <a16:creationId xmlns:a16="http://schemas.microsoft.com/office/drawing/2014/main" id="{4F11A917-EDCB-96F0-E5FA-80399E93A2DC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12" name="円/楕円 111">
                <a:extLst>
                  <a:ext uri="{FF2B5EF4-FFF2-40B4-BE49-F238E27FC236}">
                    <a16:creationId xmlns:a16="http://schemas.microsoft.com/office/drawing/2014/main" id="{0B79BBC0-0F8F-084A-068D-E4206BB0ED7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3" name="片側の 2 つの角を丸めた四角形 112">
                <a:extLst>
                  <a:ext uri="{FF2B5EF4-FFF2-40B4-BE49-F238E27FC236}">
                    <a16:creationId xmlns:a16="http://schemas.microsoft.com/office/drawing/2014/main" id="{EBB9BC9C-B65C-0468-AE51-18DD6DDDD116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09" name="グループ化 108">
              <a:extLst>
                <a:ext uri="{FF2B5EF4-FFF2-40B4-BE49-F238E27FC236}">
                  <a16:creationId xmlns:a16="http://schemas.microsoft.com/office/drawing/2014/main" id="{8EFB9430-0961-6763-08C1-8B7DA6B693A6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10" name="円/楕円 109">
                <a:extLst>
                  <a:ext uri="{FF2B5EF4-FFF2-40B4-BE49-F238E27FC236}">
                    <a16:creationId xmlns:a16="http://schemas.microsoft.com/office/drawing/2014/main" id="{1154337E-154F-A601-C9A3-322AE55A5B7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1" name="片側の 2 つの角を丸めた四角形 110">
                <a:extLst>
                  <a:ext uri="{FF2B5EF4-FFF2-40B4-BE49-F238E27FC236}">
                    <a16:creationId xmlns:a16="http://schemas.microsoft.com/office/drawing/2014/main" id="{563FFF7A-55EE-F67E-8FDB-2EF51EBE7CBE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16" name="角丸四角形 115">
            <a:extLst>
              <a:ext uri="{FF2B5EF4-FFF2-40B4-BE49-F238E27FC236}">
                <a16:creationId xmlns:a16="http://schemas.microsoft.com/office/drawing/2014/main" id="{BE49167F-2920-59E2-1333-3FCE5C820350}"/>
              </a:ext>
            </a:extLst>
          </p:cNvPr>
          <p:cNvSpPr>
            <a:spLocks noChangeAspect="1"/>
          </p:cNvSpPr>
          <p:nvPr/>
        </p:nvSpPr>
        <p:spPr>
          <a:xfrm>
            <a:off x="2827505" y="3313136"/>
            <a:ext cx="1080000" cy="1080000"/>
          </a:xfrm>
          <a:prstGeom prst="roundRect">
            <a:avLst>
              <a:gd name="adj" fmla="val 7374"/>
            </a:avLst>
          </a:prstGeom>
          <a:solidFill>
            <a:srgbClr val="00387D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777CC681-761E-B14C-71A9-14704795B557}"/>
              </a:ext>
            </a:extLst>
          </p:cNvPr>
          <p:cNvGrpSpPr/>
          <p:nvPr/>
        </p:nvGrpSpPr>
        <p:grpSpPr>
          <a:xfrm>
            <a:off x="2919312" y="3457136"/>
            <a:ext cx="896386" cy="792000"/>
            <a:chOff x="1672682" y="4783874"/>
            <a:chExt cx="896386" cy="792000"/>
          </a:xfrm>
          <a:solidFill>
            <a:schemeClr val="bg1"/>
          </a:solidFill>
        </p:grpSpPr>
        <p:grpSp>
          <p:nvGrpSpPr>
            <p:cNvPr id="118" name="グループ化 117">
              <a:extLst>
                <a:ext uri="{FF2B5EF4-FFF2-40B4-BE49-F238E27FC236}">
                  <a16:creationId xmlns:a16="http://schemas.microsoft.com/office/drawing/2014/main" id="{6DDF14EA-9926-FAB7-CE0E-F809ADB89610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25" name="円/楕円 124">
                <a:extLst>
                  <a:ext uri="{FF2B5EF4-FFF2-40B4-BE49-F238E27FC236}">
                    <a16:creationId xmlns:a16="http://schemas.microsoft.com/office/drawing/2014/main" id="{801A6502-9293-D477-C124-0C9AE439033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6" name="片側の 2 つの角を丸めた四角形 125">
                <a:extLst>
                  <a:ext uri="{FF2B5EF4-FFF2-40B4-BE49-F238E27FC236}">
                    <a16:creationId xmlns:a16="http://schemas.microsoft.com/office/drawing/2014/main" id="{5717530A-0998-1FF3-E0B6-B8B40FA34E03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19" name="グループ化 118">
              <a:extLst>
                <a:ext uri="{FF2B5EF4-FFF2-40B4-BE49-F238E27FC236}">
                  <a16:creationId xmlns:a16="http://schemas.microsoft.com/office/drawing/2014/main" id="{859E23A1-331A-F726-C0F7-FD0DB4648B01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23" name="円/楕円 122">
                <a:extLst>
                  <a:ext uri="{FF2B5EF4-FFF2-40B4-BE49-F238E27FC236}">
                    <a16:creationId xmlns:a16="http://schemas.microsoft.com/office/drawing/2014/main" id="{B0877179-22FF-0F84-2832-31FBC210445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4" name="片側の 2 つの角を丸めた四角形 123">
                <a:extLst>
                  <a:ext uri="{FF2B5EF4-FFF2-40B4-BE49-F238E27FC236}">
                    <a16:creationId xmlns:a16="http://schemas.microsoft.com/office/drawing/2014/main" id="{BEB15FF3-59C3-5C32-E375-0EDA749FD12A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20" name="グループ化 119">
              <a:extLst>
                <a:ext uri="{FF2B5EF4-FFF2-40B4-BE49-F238E27FC236}">
                  <a16:creationId xmlns:a16="http://schemas.microsoft.com/office/drawing/2014/main" id="{44C1C1AE-9086-8D15-D692-B80B1D0D5ECA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21" name="円/楕円 120">
                <a:extLst>
                  <a:ext uri="{FF2B5EF4-FFF2-40B4-BE49-F238E27FC236}">
                    <a16:creationId xmlns:a16="http://schemas.microsoft.com/office/drawing/2014/main" id="{F3AC55B1-7695-FE17-0A30-6814D670438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2" name="片側の 2 つの角を丸めた四角形 121">
                <a:extLst>
                  <a:ext uri="{FF2B5EF4-FFF2-40B4-BE49-F238E27FC236}">
                    <a16:creationId xmlns:a16="http://schemas.microsoft.com/office/drawing/2014/main" id="{E4267EFE-8BB1-A09A-66E4-A8C7E290A800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27" name="角丸四角形 126">
            <a:extLst>
              <a:ext uri="{FF2B5EF4-FFF2-40B4-BE49-F238E27FC236}">
                <a16:creationId xmlns:a16="http://schemas.microsoft.com/office/drawing/2014/main" id="{3CCC6D5F-3E4F-AF9A-475E-6B8A718EE524}"/>
              </a:ext>
            </a:extLst>
          </p:cNvPr>
          <p:cNvSpPr>
            <a:spLocks noChangeAspect="1"/>
          </p:cNvSpPr>
          <p:nvPr/>
        </p:nvSpPr>
        <p:spPr>
          <a:xfrm>
            <a:off x="4116142" y="3313136"/>
            <a:ext cx="1080000" cy="1080000"/>
          </a:xfrm>
          <a:prstGeom prst="roundRect">
            <a:avLst>
              <a:gd name="adj" fmla="val 7374"/>
            </a:avLst>
          </a:prstGeom>
          <a:solidFill>
            <a:srgbClr val="00387D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28" name="グループ化 127">
            <a:extLst>
              <a:ext uri="{FF2B5EF4-FFF2-40B4-BE49-F238E27FC236}">
                <a16:creationId xmlns:a16="http://schemas.microsoft.com/office/drawing/2014/main" id="{284D9F87-6879-8560-C107-3D5AB5EADFDF}"/>
              </a:ext>
            </a:extLst>
          </p:cNvPr>
          <p:cNvGrpSpPr/>
          <p:nvPr/>
        </p:nvGrpSpPr>
        <p:grpSpPr>
          <a:xfrm>
            <a:off x="4207949" y="3457136"/>
            <a:ext cx="896386" cy="792000"/>
            <a:chOff x="1672682" y="4783874"/>
            <a:chExt cx="896386" cy="792000"/>
          </a:xfrm>
        </p:grpSpPr>
        <p:grpSp>
          <p:nvGrpSpPr>
            <p:cNvPr id="129" name="グループ化 128">
              <a:extLst>
                <a:ext uri="{FF2B5EF4-FFF2-40B4-BE49-F238E27FC236}">
                  <a16:creationId xmlns:a16="http://schemas.microsoft.com/office/drawing/2014/main" id="{DC6DFC36-38E1-9205-601C-1E4F1D5C818A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</p:grpSpPr>
          <p:sp>
            <p:nvSpPr>
              <p:cNvPr id="136" name="円/楕円 135">
                <a:extLst>
                  <a:ext uri="{FF2B5EF4-FFF2-40B4-BE49-F238E27FC236}">
                    <a16:creationId xmlns:a16="http://schemas.microsoft.com/office/drawing/2014/main" id="{8B666BAD-E649-C73C-8D72-78C71AC2ACD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7" name="片側の 2 つの角を丸めた四角形 136">
                <a:extLst>
                  <a:ext uri="{FF2B5EF4-FFF2-40B4-BE49-F238E27FC236}">
                    <a16:creationId xmlns:a16="http://schemas.microsoft.com/office/drawing/2014/main" id="{BBEA58D1-29CF-9662-A3B4-28D3B7299F0A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30" name="グループ化 129">
              <a:extLst>
                <a:ext uri="{FF2B5EF4-FFF2-40B4-BE49-F238E27FC236}">
                  <a16:creationId xmlns:a16="http://schemas.microsoft.com/office/drawing/2014/main" id="{3175296D-AD24-D6A3-8B36-1766D361C2E4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</p:grpSpPr>
          <p:sp>
            <p:nvSpPr>
              <p:cNvPr id="134" name="円/楕円 133">
                <a:extLst>
                  <a:ext uri="{FF2B5EF4-FFF2-40B4-BE49-F238E27FC236}">
                    <a16:creationId xmlns:a16="http://schemas.microsoft.com/office/drawing/2014/main" id="{F99C3B3E-68A0-4340-4BB2-41BC72F7080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5" name="片側の 2 つの角を丸めた四角形 134">
                <a:extLst>
                  <a:ext uri="{FF2B5EF4-FFF2-40B4-BE49-F238E27FC236}">
                    <a16:creationId xmlns:a16="http://schemas.microsoft.com/office/drawing/2014/main" id="{941E99C5-962D-EA8E-2BB8-FBFCA20AC558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31" name="グループ化 130">
              <a:extLst>
                <a:ext uri="{FF2B5EF4-FFF2-40B4-BE49-F238E27FC236}">
                  <a16:creationId xmlns:a16="http://schemas.microsoft.com/office/drawing/2014/main" id="{036F7001-DD7C-25D4-4EF6-1DE10A745CDC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</p:grpSpPr>
          <p:sp>
            <p:nvSpPr>
              <p:cNvPr id="132" name="円/楕円 131">
                <a:extLst>
                  <a:ext uri="{FF2B5EF4-FFF2-40B4-BE49-F238E27FC236}">
                    <a16:creationId xmlns:a16="http://schemas.microsoft.com/office/drawing/2014/main" id="{C77D8BBC-AA8A-3B2D-811F-0660F9D1008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3" name="片側の 2 つの角を丸めた四角形 132">
                <a:extLst>
                  <a:ext uri="{FF2B5EF4-FFF2-40B4-BE49-F238E27FC236}">
                    <a16:creationId xmlns:a16="http://schemas.microsoft.com/office/drawing/2014/main" id="{970F7566-B14D-E0EA-49EF-79D9408604C9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38" name="正方形/長方形 137">
            <a:extLst>
              <a:ext uri="{FF2B5EF4-FFF2-40B4-BE49-F238E27FC236}">
                <a16:creationId xmlns:a16="http://schemas.microsoft.com/office/drawing/2014/main" id="{1E6134EE-7D9E-A4FC-DDBE-BA118DEE04EE}"/>
              </a:ext>
            </a:extLst>
          </p:cNvPr>
          <p:cNvSpPr/>
          <p:nvPr/>
        </p:nvSpPr>
        <p:spPr>
          <a:xfrm>
            <a:off x="1934719" y="3395936"/>
            <a:ext cx="646161" cy="914400"/>
          </a:xfrm>
          <a:prstGeom prst="rect">
            <a:avLst/>
          </a:prstGeom>
          <a:solidFill>
            <a:srgbClr val="00387D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9" name="正方形/長方形 138">
            <a:extLst>
              <a:ext uri="{FF2B5EF4-FFF2-40B4-BE49-F238E27FC236}">
                <a16:creationId xmlns:a16="http://schemas.microsoft.com/office/drawing/2014/main" id="{4D053AF2-F035-D79D-C389-69D9CE1A2988}"/>
              </a:ext>
            </a:extLst>
          </p:cNvPr>
          <p:cNvSpPr/>
          <p:nvPr/>
        </p:nvSpPr>
        <p:spPr>
          <a:xfrm>
            <a:off x="3525971" y="3395936"/>
            <a:ext cx="330045" cy="914400"/>
          </a:xfrm>
          <a:prstGeom prst="rect">
            <a:avLst/>
          </a:prstGeom>
          <a:solidFill>
            <a:srgbClr val="00387D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0" name="グループ化 139">
            <a:extLst>
              <a:ext uri="{FF2B5EF4-FFF2-40B4-BE49-F238E27FC236}">
                <a16:creationId xmlns:a16="http://schemas.microsoft.com/office/drawing/2014/main" id="{6251EB20-E395-F8FF-B949-67CE4FD1085B}"/>
              </a:ext>
            </a:extLst>
          </p:cNvPr>
          <p:cNvGrpSpPr/>
          <p:nvPr/>
        </p:nvGrpSpPr>
        <p:grpSpPr>
          <a:xfrm>
            <a:off x="5892940" y="3313136"/>
            <a:ext cx="1080000" cy="1080000"/>
            <a:chOff x="5892940" y="4650059"/>
            <a:chExt cx="1080000" cy="1080000"/>
          </a:xfrm>
        </p:grpSpPr>
        <p:sp>
          <p:nvSpPr>
            <p:cNvPr id="141" name="角丸四角形 140">
              <a:extLst>
                <a:ext uri="{FF2B5EF4-FFF2-40B4-BE49-F238E27FC236}">
                  <a16:creationId xmlns:a16="http://schemas.microsoft.com/office/drawing/2014/main" id="{E4EF6F51-22E9-4DE4-04AA-5D42AAAF92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92940" y="4650059"/>
              <a:ext cx="1080000" cy="1080000"/>
            </a:xfrm>
            <a:prstGeom prst="roundRect">
              <a:avLst>
                <a:gd name="adj" fmla="val 7374"/>
              </a:avLst>
            </a:prstGeom>
            <a:solidFill>
              <a:srgbClr val="00387D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2" name="正方形/長方形 141">
              <a:extLst>
                <a:ext uri="{FF2B5EF4-FFF2-40B4-BE49-F238E27FC236}">
                  <a16:creationId xmlns:a16="http://schemas.microsoft.com/office/drawing/2014/main" id="{9981F103-D0A2-7679-3B8B-1E8B64324540}"/>
                </a:ext>
              </a:extLst>
            </p:cNvPr>
            <p:cNvSpPr/>
            <p:nvPr/>
          </p:nvSpPr>
          <p:spPr>
            <a:xfrm>
              <a:off x="5982940" y="5334445"/>
              <a:ext cx="900000" cy="252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3" name="台形 142">
              <a:extLst>
                <a:ext uri="{FF2B5EF4-FFF2-40B4-BE49-F238E27FC236}">
                  <a16:creationId xmlns:a16="http://schemas.microsoft.com/office/drawing/2014/main" id="{746DAAA5-97B1-BCBF-FBDB-90106B093FB4}"/>
                </a:ext>
              </a:extLst>
            </p:cNvPr>
            <p:cNvSpPr/>
            <p:nvPr/>
          </p:nvSpPr>
          <p:spPr>
            <a:xfrm>
              <a:off x="5982940" y="4956059"/>
              <a:ext cx="900000" cy="360000"/>
            </a:xfrm>
            <a:prstGeom prst="trapezoid">
              <a:avLst/>
            </a:prstGeom>
            <a:solidFill>
              <a:srgbClr val="00387D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4" name="角丸四角形 143">
              <a:extLst>
                <a:ext uri="{FF2B5EF4-FFF2-40B4-BE49-F238E27FC236}">
                  <a16:creationId xmlns:a16="http://schemas.microsoft.com/office/drawing/2014/main" id="{8A6E0EFF-C593-847F-FDE4-EAF888177829}"/>
                </a:ext>
              </a:extLst>
            </p:cNvPr>
            <p:cNvSpPr/>
            <p:nvPr/>
          </p:nvSpPr>
          <p:spPr>
            <a:xfrm rot="1800000">
              <a:off x="6306940" y="4813039"/>
              <a:ext cx="252000" cy="360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5" name="正方形/長方形 144">
              <a:extLst>
                <a:ext uri="{FF2B5EF4-FFF2-40B4-BE49-F238E27FC236}">
                  <a16:creationId xmlns:a16="http://schemas.microsoft.com/office/drawing/2014/main" id="{170FA0D9-56AC-FB75-B4A7-7DD5254A889C}"/>
                </a:ext>
              </a:extLst>
            </p:cNvPr>
            <p:cNvSpPr/>
            <p:nvPr/>
          </p:nvSpPr>
          <p:spPr>
            <a:xfrm>
              <a:off x="6252940" y="5136059"/>
              <a:ext cx="360000" cy="36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6" name="正方形/長方形 145">
              <a:extLst>
                <a:ext uri="{FF2B5EF4-FFF2-40B4-BE49-F238E27FC236}">
                  <a16:creationId xmlns:a16="http://schemas.microsoft.com/office/drawing/2014/main" id="{A1FB556A-9F23-71F7-4244-32BF3FFF1DF0}"/>
                </a:ext>
              </a:extLst>
            </p:cNvPr>
            <p:cNvSpPr/>
            <p:nvPr/>
          </p:nvSpPr>
          <p:spPr>
            <a:xfrm>
              <a:off x="6346474" y="5180716"/>
              <a:ext cx="180000" cy="72000"/>
            </a:xfrm>
            <a:prstGeom prst="rect">
              <a:avLst/>
            </a:prstGeom>
            <a:solidFill>
              <a:srgbClr val="00387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90" name="グループ化 89">
            <a:extLst>
              <a:ext uri="{FF2B5EF4-FFF2-40B4-BE49-F238E27FC236}">
                <a16:creationId xmlns:a16="http://schemas.microsoft.com/office/drawing/2014/main" id="{3E93D5FE-FD2B-035F-7BF5-57D724DC44BA}"/>
              </a:ext>
            </a:extLst>
          </p:cNvPr>
          <p:cNvGrpSpPr/>
          <p:nvPr/>
        </p:nvGrpSpPr>
        <p:grpSpPr>
          <a:xfrm>
            <a:off x="195909" y="4589894"/>
            <a:ext cx="1080000" cy="1200329"/>
            <a:chOff x="195909" y="4589894"/>
            <a:chExt cx="1080000" cy="1200329"/>
          </a:xfrm>
        </p:grpSpPr>
        <p:sp>
          <p:nvSpPr>
            <p:cNvPr id="76" name="角丸四角形 75">
              <a:extLst>
                <a:ext uri="{FF2B5EF4-FFF2-40B4-BE49-F238E27FC236}">
                  <a16:creationId xmlns:a16="http://schemas.microsoft.com/office/drawing/2014/main" id="{230881B3-99A8-B1C1-8E49-8448C2D1D8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909" y="4650058"/>
              <a:ext cx="1080000" cy="1080000"/>
            </a:xfrm>
            <a:prstGeom prst="roundRect">
              <a:avLst>
                <a:gd name="adj" fmla="val 7374"/>
              </a:avLst>
            </a:prstGeom>
            <a:solidFill>
              <a:schemeClr val="bg1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D54EB209-C481-A364-4FE6-BF5C651138B3}"/>
                </a:ext>
              </a:extLst>
            </p:cNvPr>
            <p:cNvGrpSpPr/>
            <p:nvPr/>
          </p:nvGrpSpPr>
          <p:grpSpPr>
            <a:xfrm>
              <a:off x="287716" y="4794058"/>
              <a:ext cx="896386" cy="792000"/>
              <a:chOff x="1672682" y="4783874"/>
              <a:chExt cx="896386" cy="792000"/>
            </a:xfrm>
          </p:grpSpPr>
          <p:grpSp>
            <p:nvGrpSpPr>
              <p:cNvPr id="78" name="グループ化 77">
                <a:extLst>
                  <a:ext uri="{FF2B5EF4-FFF2-40B4-BE49-F238E27FC236}">
                    <a16:creationId xmlns:a16="http://schemas.microsoft.com/office/drawing/2014/main" id="{49258AA9-DA2E-D3A3-EFF8-24CBD022B5D1}"/>
                  </a:ext>
                </a:extLst>
              </p:cNvPr>
              <p:cNvGrpSpPr/>
              <p:nvPr/>
            </p:nvGrpSpPr>
            <p:grpSpPr>
              <a:xfrm>
                <a:off x="1672682" y="4783874"/>
                <a:ext cx="252000" cy="792000"/>
                <a:chOff x="1672682" y="4783874"/>
                <a:chExt cx="252000" cy="792000"/>
              </a:xfrm>
            </p:grpSpPr>
            <p:sp>
              <p:nvSpPr>
                <p:cNvPr id="85" name="円/楕円 84">
                  <a:extLst>
                    <a:ext uri="{FF2B5EF4-FFF2-40B4-BE49-F238E27FC236}">
                      <a16:creationId xmlns:a16="http://schemas.microsoft.com/office/drawing/2014/main" id="{A229F6EC-5CD3-5CCD-9884-B0C59D84DD5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72682" y="4783874"/>
                  <a:ext cx="252000" cy="252000"/>
                </a:xfrm>
                <a:prstGeom prst="ellipse">
                  <a:avLst/>
                </a:prstGeom>
                <a:solidFill>
                  <a:srgbClr val="00387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86" name="片側の 2 つの角を丸めた四角形 85">
                  <a:extLst>
                    <a:ext uri="{FF2B5EF4-FFF2-40B4-BE49-F238E27FC236}">
                      <a16:creationId xmlns:a16="http://schemas.microsoft.com/office/drawing/2014/main" id="{A5AE54C8-4BC8-DAB4-FE56-0B48C8C2C630}"/>
                    </a:ext>
                  </a:extLst>
                </p:cNvPr>
                <p:cNvSpPr/>
                <p:nvPr/>
              </p:nvSpPr>
              <p:spPr>
                <a:xfrm>
                  <a:off x="1672682" y="5035874"/>
                  <a:ext cx="252000" cy="540000"/>
                </a:xfrm>
                <a:prstGeom prst="round2SameRect">
                  <a:avLst>
                    <a:gd name="adj1" fmla="val 48873"/>
                    <a:gd name="adj2" fmla="val 0"/>
                  </a:avLst>
                </a:prstGeom>
                <a:solidFill>
                  <a:srgbClr val="00387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79" name="グループ化 78">
                <a:extLst>
                  <a:ext uri="{FF2B5EF4-FFF2-40B4-BE49-F238E27FC236}">
                    <a16:creationId xmlns:a16="http://schemas.microsoft.com/office/drawing/2014/main" id="{028B5D8C-7417-CF0C-0AD2-EBE4D0FFF34C}"/>
                  </a:ext>
                </a:extLst>
              </p:cNvPr>
              <p:cNvGrpSpPr/>
              <p:nvPr/>
            </p:nvGrpSpPr>
            <p:grpSpPr>
              <a:xfrm>
                <a:off x="1994875" y="4783874"/>
                <a:ext cx="252000" cy="792000"/>
                <a:chOff x="1672682" y="4783874"/>
                <a:chExt cx="252000" cy="792000"/>
              </a:xfrm>
            </p:grpSpPr>
            <p:sp>
              <p:nvSpPr>
                <p:cNvPr id="83" name="円/楕円 82">
                  <a:extLst>
                    <a:ext uri="{FF2B5EF4-FFF2-40B4-BE49-F238E27FC236}">
                      <a16:creationId xmlns:a16="http://schemas.microsoft.com/office/drawing/2014/main" id="{B8B1EA38-057E-F38E-3809-86AB6B3DF2D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72682" y="4783874"/>
                  <a:ext cx="252000" cy="252000"/>
                </a:xfrm>
                <a:prstGeom prst="ellipse">
                  <a:avLst/>
                </a:prstGeom>
                <a:solidFill>
                  <a:srgbClr val="00387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84" name="片側の 2 つの角を丸めた四角形 83">
                  <a:extLst>
                    <a:ext uri="{FF2B5EF4-FFF2-40B4-BE49-F238E27FC236}">
                      <a16:creationId xmlns:a16="http://schemas.microsoft.com/office/drawing/2014/main" id="{E3A6D00A-5872-B27F-825C-8BBC12BFE095}"/>
                    </a:ext>
                  </a:extLst>
                </p:cNvPr>
                <p:cNvSpPr/>
                <p:nvPr/>
              </p:nvSpPr>
              <p:spPr>
                <a:xfrm>
                  <a:off x="1672682" y="5035874"/>
                  <a:ext cx="252000" cy="540000"/>
                </a:xfrm>
                <a:prstGeom prst="round2SameRect">
                  <a:avLst>
                    <a:gd name="adj1" fmla="val 48873"/>
                    <a:gd name="adj2" fmla="val 0"/>
                  </a:avLst>
                </a:prstGeom>
                <a:solidFill>
                  <a:srgbClr val="00387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80" name="グループ化 79">
                <a:extLst>
                  <a:ext uri="{FF2B5EF4-FFF2-40B4-BE49-F238E27FC236}">
                    <a16:creationId xmlns:a16="http://schemas.microsoft.com/office/drawing/2014/main" id="{7015F2D3-1332-1E3B-EE19-C4A93E6D4F49}"/>
                  </a:ext>
                </a:extLst>
              </p:cNvPr>
              <p:cNvGrpSpPr/>
              <p:nvPr/>
            </p:nvGrpSpPr>
            <p:grpSpPr>
              <a:xfrm>
                <a:off x="2317068" y="4783874"/>
                <a:ext cx="252000" cy="792000"/>
                <a:chOff x="1672682" y="4783874"/>
                <a:chExt cx="252000" cy="792000"/>
              </a:xfrm>
            </p:grpSpPr>
            <p:sp>
              <p:nvSpPr>
                <p:cNvPr id="81" name="円/楕円 80">
                  <a:extLst>
                    <a:ext uri="{FF2B5EF4-FFF2-40B4-BE49-F238E27FC236}">
                      <a16:creationId xmlns:a16="http://schemas.microsoft.com/office/drawing/2014/main" id="{E2258BE1-44B2-9610-AC60-4D4A9AE5BB0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72682" y="4783874"/>
                  <a:ext cx="252000" cy="252000"/>
                </a:xfrm>
                <a:prstGeom prst="ellipse">
                  <a:avLst/>
                </a:prstGeom>
                <a:solidFill>
                  <a:srgbClr val="00387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82" name="片側の 2 つの角を丸めた四角形 81">
                  <a:extLst>
                    <a:ext uri="{FF2B5EF4-FFF2-40B4-BE49-F238E27FC236}">
                      <a16:creationId xmlns:a16="http://schemas.microsoft.com/office/drawing/2014/main" id="{1961C90D-AA37-D555-F8DC-75B138FDF936}"/>
                    </a:ext>
                  </a:extLst>
                </p:cNvPr>
                <p:cNvSpPr/>
                <p:nvPr/>
              </p:nvSpPr>
              <p:spPr>
                <a:xfrm>
                  <a:off x="1672682" y="5035874"/>
                  <a:ext cx="252000" cy="540000"/>
                </a:xfrm>
                <a:prstGeom prst="round2SameRect">
                  <a:avLst>
                    <a:gd name="adj1" fmla="val 48873"/>
                    <a:gd name="adj2" fmla="val 0"/>
                  </a:avLst>
                </a:prstGeom>
                <a:solidFill>
                  <a:srgbClr val="00387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89CCC5A2-F3D5-7025-71B2-D0A3FDD18B31}"/>
                </a:ext>
              </a:extLst>
            </p:cNvPr>
            <p:cNvSpPr/>
            <p:nvPr/>
          </p:nvSpPr>
          <p:spPr>
            <a:xfrm>
              <a:off x="228753" y="4732858"/>
              <a:ext cx="1014312" cy="914400"/>
            </a:xfrm>
            <a:prstGeom prst="rect">
              <a:avLst/>
            </a:prstGeom>
            <a:solidFill>
              <a:srgbClr val="FFFF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8" name="テキスト ボックス 87">
              <a:extLst>
                <a:ext uri="{FF2B5EF4-FFF2-40B4-BE49-F238E27FC236}">
                  <a16:creationId xmlns:a16="http://schemas.microsoft.com/office/drawing/2014/main" id="{C120DBEB-7BE4-D8F9-4806-5DFA4AA7B3F2}"/>
                </a:ext>
              </a:extLst>
            </p:cNvPr>
            <p:cNvSpPr txBox="1"/>
            <p:nvPr/>
          </p:nvSpPr>
          <p:spPr>
            <a:xfrm>
              <a:off x="438392" y="4589894"/>
              <a:ext cx="595035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7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?</a:t>
              </a:r>
              <a:endParaRPr kumimoji="1" lang="ja-JP" altLang="en-US" sz="7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91" name="グループ化 90">
            <a:extLst>
              <a:ext uri="{FF2B5EF4-FFF2-40B4-BE49-F238E27FC236}">
                <a16:creationId xmlns:a16="http://schemas.microsoft.com/office/drawing/2014/main" id="{8C198297-E63B-3D7B-DA21-CB57A35CFDB0}"/>
              </a:ext>
            </a:extLst>
          </p:cNvPr>
          <p:cNvGrpSpPr/>
          <p:nvPr/>
        </p:nvGrpSpPr>
        <p:grpSpPr>
          <a:xfrm>
            <a:off x="223609" y="3243628"/>
            <a:ext cx="1080000" cy="1200329"/>
            <a:chOff x="223609" y="3243628"/>
            <a:chExt cx="1080000" cy="1200329"/>
          </a:xfrm>
        </p:grpSpPr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4E0C3734-5EF0-ED17-E155-12C8BE2635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3609" y="3303792"/>
              <a:ext cx="1080000" cy="1080000"/>
            </a:xfrm>
            <a:prstGeom prst="roundRect">
              <a:avLst>
                <a:gd name="adj" fmla="val 7374"/>
              </a:avLst>
            </a:prstGeom>
            <a:solidFill>
              <a:srgbClr val="00387D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DB7202D3-5B77-B5BE-8F3A-3F135087EE39}"/>
                </a:ext>
              </a:extLst>
            </p:cNvPr>
            <p:cNvGrpSpPr/>
            <p:nvPr/>
          </p:nvGrpSpPr>
          <p:grpSpPr>
            <a:xfrm>
              <a:off x="315416" y="3447792"/>
              <a:ext cx="896386" cy="792000"/>
              <a:chOff x="1672682" y="4783874"/>
              <a:chExt cx="896386" cy="792000"/>
            </a:xfrm>
            <a:solidFill>
              <a:schemeClr val="bg1"/>
            </a:solidFill>
          </p:grpSpPr>
          <p:grpSp>
            <p:nvGrpSpPr>
              <p:cNvPr id="20" name="グループ化 19">
                <a:extLst>
                  <a:ext uri="{FF2B5EF4-FFF2-40B4-BE49-F238E27FC236}">
                    <a16:creationId xmlns:a16="http://schemas.microsoft.com/office/drawing/2014/main" id="{B84B8A62-9D32-5DC1-F3AF-FE78EEDB01F7}"/>
                  </a:ext>
                </a:extLst>
              </p:cNvPr>
              <p:cNvGrpSpPr/>
              <p:nvPr/>
            </p:nvGrpSpPr>
            <p:grpSpPr>
              <a:xfrm>
                <a:off x="1672682" y="4783874"/>
                <a:ext cx="252000" cy="792000"/>
                <a:chOff x="1672682" y="4783874"/>
                <a:chExt cx="252000" cy="792000"/>
              </a:xfrm>
              <a:grpFill/>
            </p:grpSpPr>
            <p:sp>
              <p:nvSpPr>
                <p:cNvPr id="73" name="円/楕円 72">
                  <a:extLst>
                    <a:ext uri="{FF2B5EF4-FFF2-40B4-BE49-F238E27FC236}">
                      <a16:creationId xmlns:a16="http://schemas.microsoft.com/office/drawing/2014/main" id="{73BACCDD-BDC2-F702-682D-47A6F5FB58E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72682" y="4783874"/>
                  <a:ext cx="252000" cy="2520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4" name="片側の 2 つの角を丸めた四角形 73">
                  <a:extLst>
                    <a:ext uri="{FF2B5EF4-FFF2-40B4-BE49-F238E27FC236}">
                      <a16:creationId xmlns:a16="http://schemas.microsoft.com/office/drawing/2014/main" id="{8E6E6023-2BF3-4400-2ED9-B00E54077C4D}"/>
                    </a:ext>
                  </a:extLst>
                </p:cNvPr>
                <p:cNvSpPr/>
                <p:nvPr/>
              </p:nvSpPr>
              <p:spPr>
                <a:xfrm>
                  <a:off x="1672682" y="5035874"/>
                  <a:ext cx="252000" cy="540000"/>
                </a:xfrm>
                <a:prstGeom prst="round2SameRect">
                  <a:avLst>
                    <a:gd name="adj1" fmla="val 48873"/>
                    <a:gd name="adj2" fmla="val 0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21" name="グループ化 20">
                <a:extLst>
                  <a:ext uri="{FF2B5EF4-FFF2-40B4-BE49-F238E27FC236}">
                    <a16:creationId xmlns:a16="http://schemas.microsoft.com/office/drawing/2014/main" id="{536F5D5C-8B02-911E-E915-A444B5FC633E}"/>
                  </a:ext>
                </a:extLst>
              </p:cNvPr>
              <p:cNvGrpSpPr/>
              <p:nvPr/>
            </p:nvGrpSpPr>
            <p:grpSpPr>
              <a:xfrm>
                <a:off x="1994875" y="4783874"/>
                <a:ext cx="252000" cy="792000"/>
                <a:chOff x="1672682" y="4783874"/>
                <a:chExt cx="252000" cy="792000"/>
              </a:xfrm>
              <a:grpFill/>
            </p:grpSpPr>
            <p:sp>
              <p:nvSpPr>
                <p:cNvPr id="71" name="円/楕円 70">
                  <a:extLst>
                    <a:ext uri="{FF2B5EF4-FFF2-40B4-BE49-F238E27FC236}">
                      <a16:creationId xmlns:a16="http://schemas.microsoft.com/office/drawing/2014/main" id="{1B071248-C803-785D-5ACA-02D75EEC90C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72682" y="4783874"/>
                  <a:ext cx="252000" cy="2520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2" name="片側の 2 つの角を丸めた四角形 71">
                  <a:extLst>
                    <a:ext uri="{FF2B5EF4-FFF2-40B4-BE49-F238E27FC236}">
                      <a16:creationId xmlns:a16="http://schemas.microsoft.com/office/drawing/2014/main" id="{4E30DB3B-EE5A-DD85-43FE-C4E241B712E2}"/>
                    </a:ext>
                  </a:extLst>
                </p:cNvPr>
                <p:cNvSpPr/>
                <p:nvPr/>
              </p:nvSpPr>
              <p:spPr>
                <a:xfrm>
                  <a:off x="1672682" y="5035874"/>
                  <a:ext cx="252000" cy="540000"/>
                </a:xfrm>
                <a:prstGeom prst="round2SameRect">
                  <a:avLst>
                    <a:gd name="adj1" fmla="val 48873"/>
                    <a:gd name="adj2" fmla="val 0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64" name="グループ化 63">
                <a:extLst>
                  <a:ext uri="{FF2B5EF4-FFF2-40B4-BE49-F238E27FC236}">
                    <a16:creationId xmlns:a16="http://schemas.microsoft.com/office/drawing/2014/main" id="{247878FA-11C6-A144-A382-6E3579D9E1D3}"/>
                  </a:ext>
                </a:extLst>
              </p:cNvPr>
              <p:cNvGrpSpPr/>
              <p:nvPr/>
            </p:nvGrpSpPr>
            <p:grpSpPr>
              <a:xfrm>
                <a:off x="2317068" y="4783874"/>
                <a:ext cx="252000" cy="792000"/>
                <a:chOff x="1672682" y="4783874"/>
                <a:chExt cx="252000" cy="792000"/>
              </a:xfrm>
              <a:grpFill/>
            </p:grpSpPr>
            <p:sp>
              <p:nvSpPr>
                <p:cNvPr id="65" name="円/楕円 64">
                  <a:extLst>
                    <a:ext uri="{FF2B5EF4-FFF2-40B4-BE49-F238E27FC236}">
                      <a16:creationId xmlns:a16="http://schemas.microsoft.com/office/drawing/2014/main" id="{679351F8-95BD-ED10-464E-EA7D45D7A01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72682" y="4783874"/>
                  <a:ext cx="252000" cy="2520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0" name="片側の 2 つの角を丸めた四角形 69">
                  <a:extLst>
                    <a:ext uri="{FF2B5EF4-FFF2-40B4-BE49-F238E27FC236}">
                      <a16:creationId xmlns:a16="http://schemas.microsoft.com/office/drawing/2014/main" id="{E0DA1702-770E-8A8B-CE2C-44DB1B71E4E8}"/>
                    </a:ext>
                  </a:extLst>
                </p:cNvPr>
                <p:cNvSpPr/>
                <p:nvPr/>
              </p:nvSpPr>
              <p:spPr>
                <a:xfrm>
                  <a:off x="1672682" y="5035874"/>
                  <a:ext cx="252000" cy="540000"/>
                </a:xfrm>
                <a:prstGeom prst="round2SameRect">
                  <a:avLst>
                    <a:gd name="adj1" fmla="val 48873"/>
                    <a:gd name="adj2" fmla="val 0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47825386-FD60-A8F7-BB5F-F67A310860A1}"/>
                </a:ext>
              </a:extLst>
            </p:cNvPr>
            <p:cNvSpPr/>
            <p:nvPr/>
          </p:nvSpPr>
          <p:spPr>
            <a:xfrm>
              <a:off x="242603" y="3386592"/>
              <a:ext cx="1042012" cy="914400"/>
            </a:xfrm>
            <a:prstGeom prst="rect">
              <a:avLst/>
            </a:prstGeom>
            <a:solidFill>
              <a:srgbClr val="00387D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9" name="テキスト ボックス 88">
              <a:extLst>
                <a:ext uri="{FF2B5EF4-FFF2-40B4-BE49-F238E27FC236}">
                  <a16:creationId xmlns:a16="http://schemas.microsoft.com/office/drawing/2014/main" id="{0B83C7CD-104B-A230-E393-05DEC7F02679}"/>
                </a:ext>
              </a:extLst>
            </p:cNvPr>
            <p:cNvSpPr txBox="1"/>
            <p:nvPr/>
          </p:nvSpPr>
          <p:spPr>
            <a:xfrm>
              <a:off x="466092" y="3243628"/>
              <a:ext cx="595035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7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?</a:t>
              </a:r>
              <a:endParaRPr kumimoji="1" lang="ja-JP" altLang="en-US" sz="72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2" name="グループ化 101">
            <a:extLst>
              <a:ext uri="{FF2B5EF4-FFF2-40B4-BE49-F238E27FC236}">
                <a16:creationId xmlns:a16="http://schemas.microsoft.com/office/drawing/2014/main" id="{0BE2572C-5B26-D07B-7B2E-BB9A08E06222}"/>
              </a:ext>
            </a:extLst>
          </p:cNvPr>
          <p:cNvGrpSpPr/>
          <p:nvPr/>
        </p:nvGrpSpPr>
        <p:grpSpPr>
          <a:xfrm>
            <a:off x="3036142" y="1405883"/>
            <a:ext cx="1080000" cy="1080000"/>
            <a:chOff x="3036142" y="1405883"/>
            <a:chExt cx="1080000" cy="1080000"/>
          </a:xfrm>
        </p:grpSpPr>
        <p:grpSp>
          <p:nvGrpSpPr>
            <p:cNvPr id="100" name="グループ化 99">
              <a:extLst>
                <a:ext uri="{FF2B5EF4-FFF2-40B4-BE49-F238E27FC236}">
                  <a16:creationId xmlns:a16="http://schemas.microsoft.com/office/drawing/2014/main" id="{C05304E3-DB30-FE62-22EC-B78E1D30E2A1}"/>
                </a:ext>
              </a:extLst>
            </p:cNvPr>
            <p:cNvGrpSpPr/>
            <p:nvPr/>
          </p:nvGrpSpPr>
          <p:grpSpPr>
            <a:xfrm>
              <a:off x="3036142" y="1405883"/>
              <a:ext cx="1080000" cy="1080000"/>
              <a:chOff x="3036142" y="1405883"/>
              <a:chExt cx="1080000" cy="1080000"/>
            </a:xfrm>
          </p:grpSpPr>
          <p:sp>
            <p:nvSpPr>
              <p:cNvPr id="92" name="角丸四角形 91">
                <a:extLst>
                  <a:ext uri="{FF2B5EF4-FFF2-40B4-BE49-F238E27FC236}">
                    <a16:creationId xmlns:a16="http://schemas.microsoft.com/office/drawing/2014/main" id="{F2F86E4A-2A2E-A8D8-5D11-A31F2F7741D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36142" y="1405883"/>
                <a:ext cx="1080000" cy="1080000"/>
              </a:xfrm>
              <a:prstGeom prst="roundRect">
                <a:avLst>
                  <a:gd name="adj" fmla="val 7374"/>
                </a:avLst>
              </a:prstGeom>
              <a:solidFill>
                <a:srgbClr val="00387D"/>
              </a:solidFill>
              <a:ln>
                <a:solidFill>
                  <a:srgbClr val="00387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4" name="円/楕円 93">
                <a:extLst>
                  <a:ext uri="{FF2B5EF4-FFF2-40B4-BE49-F238E27FC236}">
                    <a16:creationId xmlns:a16="http://schemas.microsoft.com/office/drawing/2014/main" id="{325AB7C3-F4A3-B4F7-85B5-FAFC981A89F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126142" y="1495883"/>
                <a:ext cx="900000" cy="900000"/>
              </a:xfrm>
              <a:prstGeom prst="ellipse">
                <a:avLst/>
              </a:prstGeom>
              <a:noFill/>
              <a:ln w="635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5" name="角丸四角形 94">
                <a:extLst>
                  <a:ext uri="{FF2B5EF4-FFF2-40B4-BE49-F238E27FC236}">
                    <a16:creationId xmlns:a16="http://schemas.microsoft.com/office/drawing/2014/main" id="{F8CBA495-79B8-3B35-0EDA-DA3B0F7DD91C}"/>
                  </a:ext>
                </a:extLst>
              </p:cNvPr>
              <p:cNvSpPr/>
              <p:nvPr/>
            </p:nvSpPr>
            <p:spPr>
              <a:xfrm>
                <a:off x="3540142" y="2287883"/>
                <a:ext cx="72000" cy="108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6" name="角丸四角形 95">
                <a:extLst>
                  <a:ext uri="{FF2B5EF4-FFF2-40B4-BE49-F238E27FC236}">
                    <a16:creationId xmlns:a16="http://schemas.microsoft.com/office/drawing/2014/main" id="{9111E350-8E08-E9CB-617C-00675277A948}"/>
                  </a:ext>
                </a:extLst>
              </p:cNvPr>
              <p:cNvSpPr/>
              <p:nvPr/>
            </p:nvSpPr>
            <p:spPr>
              <a:xfrm>
                <a:off x="3540142" y="1495883"/>
                <a:ext cx="72000" cy="108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7" name="角丸四角形 96">
                <a:extLst>
                  <a:ext uri="{FF2B5EF4-FFF2-40B4-BE49-F238E27FC236}">
                    <a16:creationId xmlns:a16="http://schemas.microsoft.com/office/drawing/2014/main" id="{D13345AA-1C23-E3AD-1D48-15A32C471C43}"/>
                  </a:ext>
                </a:extLst>
              </p:cNvPr>
              <p:cNvSpPr/>
              <p:nvPr/>
            </p:nvSpPr>
            <p:spPr>
              <a:xfrm rot="5400000">
                <a:off x="3144142" y="1891883"/>
                <a:ext cx="72000" cy="108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8" name="角丸四角形 97">
                <a:extLst>
                  <a:ext uri="{FF2B5EF4-FFF2-40B4-BE49-F238E27FC236}">
                    <a16:creationId xmlns:a16="http://schemas.microsoft.com/office/drawing/2014/main" id="{158408C8-794D-A7CC-167D-D360B15BB7F4}"/>
                  </a:ext>
                </a:extLst>
              </p:cNvPr>
              <p:cNvSpPr/>
              <p:nvPr/>
            </p:nvSpPr>
            <p:spPr>
              <a:xfrm rot="5400000">
                <a:off x="3936142" y="1891883"/>
                <a:ext cx="72000" cy="108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pic>
          <p:nvPicPr>
            <p:cNvPr id="101" name="グラフィックス 100">
              <a:extLst>
                <a:ext uri="{FF2B5EF4-FFF2-40B4-BE49-F238E27FC236}">
                  <a16:creationId xmlns:a16="http://schemas.microsoft.com/office/drawing/2014/main" id="{D8A1A196-E66F-B6A1-F9FA-FA09026C6D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6142" y="1639883"/>
              <a:ext cx="612000" cy="612000"/>
            </a:xfrm>
            <a:prstGeom prst="rect">
              <a:avLst/>
            </a:prstGeom>
          </p:spPr>
        </p:pic>
      </p:grpSp>
      <p:grpSp>
        <p:nvGrpSpPr>
          <p:cNvPr id="103" name="グループ化 102">
            <a:extLst>
              <a:ext uri="{FF2B5EF4-FFF2-40B4-BE49-F238E27FC236}">
                <a16:creationId xmlns:a16="http://schemas.microsoft.com/office/drawing/2014/main" id="{86299184-34EB-34E8-06AB-8009FFBA92C1}"/>
              </a:ext>
            </a:extLst>
          </p:cNvPr>
          <p:cNvGrpSpPr/>
          <p:nvPr/>
        </p:nvGrpSpPr>
        <p:grpSpPr>
          <a:xfrm>
            <a:off x="4455541" y="1405883"/>
            <a:ext cx="1080000" cy="1080000"/>
            <a:chOff x="3036142" y="1405883"/>
            <a:chExt cx="1080000" cy="1080000"/>
          </a:xfrm>
        </p:grpSpPr>
        <p:grpSp>
          <p:nvGrpSpPr>
            <p:cNvPr id="104" name="グループ化 103">
              <a:extLst>
                <a:ext uri="{FF2B5EF4-FFF2-40B4-BE49-F238E27FC236}">
                  <a16:creationId xmlns:a16="http://schemas.microsoft.com/office/drawing/2014/main" id="{B4EC8DD2-2767-4FB3-71C0-66545F105E29}"/>
                </a:ext>
              </a:extLst>
            </p:cNvPr>
            <p:cNvGrpSpPr/>
            <p:nvPr/>
          </p:nvGrpSpPr>
          <p:grpSpPr>
            <a:xfrm>
              <a:off x="3036142" y="1405883"/>
              <a:ext cx="1080000" cy="1080000"/>
              <a:chOff x="3036142" y="1405883"/>
              <a:chExt cx="1080000" cy="1080000"/>
            </a:xfrm>
          </p:grpSpPr>
          <p:sp>
            <p:nvSpPr>
              <p:cNvPr id="148" name="角丸四角形 147">
                <a:extLst>
                  <a:ext uri="{FF2B5EF4-FFF2-40B4-BE49-F238E27FC236}">
                    <a16:creationId xmlns:a16="http://schemas.microsoft.com/office/drawing/2014/main" id="{81F2865F-E453-1050-CE7A-955E6815A34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36142" y="1405883"/>
                <a:ext cx="1080000" cy="1080000"/>
              </a:xfrm>
              <a:prstGeom prst="roundRect">
                <a:avLst>
                  <a:gd name="adj" fmla="val 7374"/>
                </a:avLst>
              </a:prstGeom>
              <a:solidFill>
                <a:schemeClr val="bg1"/>
              </a:solidFill>
              <a:ln>
                <a:solidFill>
                  <a:srgbClr val="00387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9" name="円/楕円 148">
                <a:extLst>
                  <a:ext uri="{FF2B5EF4-FFF2-40B4-BE49-F238E27FC236}">
                    <a16:creationId xmlns:a16="http://schemas.microsoft.com/office/drawing/2014/main" id="{AABDC3EA-366E-455B-2B08-F0EDBCF999D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126142" y="1495883"/>
                <a:ext cx="900000" cy="900000"/>
              </a:xfrm>
              <a:prstGeom prst="ellipse">
                <a:avLst/>
              </a:prstGeom>
              <a:noFill/>
              <a:ln w="63500">
                <a:solidFill>
                  <a:srgbClr val="00387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0" name="角丸四角形 149">
                <a:extLst>
                  <a:ext uri="{FF2B5EF4-FFF2-40B4-BE49-F238E27FC236}">
                    <a16:creationId xmlns:a16="http://schemas.microsoft.com/office/drawing/2014/main" id="{9AD5B2DE-0C6C-3398-8DA8-C4C8152FFEAB}"/>
                  </a:ext>
                </a:extLst>
              </p:cNvPr>
              <p:cNvSpPr/>
              <p:nvPr/>
            </p:nvSpPr>
            <p:spPr>
              <a:xfrm>
                <a:off x="3540142" y="2287883"/>
                <a:ext cx="72000" cy="108000"/>
              </a:xfrm>
              <a:prstGeom prst="roundRect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1" name="角丸四角形 150">
                <a:extLst>
                  <a:ext uri="{FF2B5EF4-FFF2-40B4-BE49-F238E27FC236}">
                    <a16:creationId xmlns:a16="http://schemas.microsoft.com/office/drawing/2014/main" id="{9B68CD0C-278E-E475-6D9B-7B84ABC14253}"/>
                  </a:ext>
                </a:extLst>
              </p:cNvPr>
              <p:cNvSpPr/>
              <p:nvPr/>
            </p:nvSpPr>
            <p:spPr>
              <a:xfrm>
                <a:off x="3540142" y="1495883"/>
                <a:ext cx="72000" cy="108000"/>
              </a:xfrm>
              <a:prstGeom prst="roundRect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2" name="角丸四角形 151">
                <a:extLst>
                  <a:ext uri="{FF2B5EF4-FFF2-40B4-BE49-F238E27FC236}">
                    <a16:creationId xmlns:a16="http://schemas.microsoft.com/office/drawing/2014/main" id="{704DC2B3-337D-139E-A90F-4AE738915CC4}"/>
                  </a:ext>
                </a:extLst>
              </p:cNvPr>
              <p:cNvSpPr/>
              <p:nvPr/>
            </p:nvSpPr>
            <p:spPr>
              <a:xfrm rot="5400000">
                <a:off x="3144142" y="1891883"/>
                <a:ext cx="72000" cy="108000"/>
              </a:xfrm>
              <a:prstGeom prst="roundRect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3" name="角丸四角形 152">
                <a:extLst>
                  <a:ext uri="{FF2B5EF4-FFF2-40B4-BE49-F238E27FC236}">
                    <a16:creationId xmlns:a16="http://schemas.microsoft.com/office/drawing/2014/main" id="{18A1EB07-6A3F-5AD7-E75A-60E651F0438E}"/>
                  </a:ext>
                </a:extLst>
              </p:cNvPr>
              <p:cNvSpPr/>
              <p:nvPr/>
            </p:nvSpPr>
            <p:spPr>
              <a:xfrm rot="5400000">
                <a:off x="3936142" y="1891883"/>
                <a:ext cx="72000" cy="108000"/>
              </a:xfrm>
              <a:prstGeom prst="roundRect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pic>
          <p:nvPicPr>
            <p:cNvPr id="147" name="グラフィックス 146">
              <a:extLst>
                <a:ext uri="{FF2B5EF4-FFF2-40B4-BE49-F238E27FC236}">
                  <a16:creationId xmlns:a16="http://schemas.microsoft.com/office/drawing/2014/main" id="{ACD6F9D6-06BD-1125-D6E3-723F75C25B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6142" y="1639883"/>
              <a:ext cx="612000" cy="612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011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3</Words>
  <Application>Microsoft Macintosh PowerPoint</Application>
  <PresentationFormat>ワイド画面</PresentationFormat>
  <Paragraphs>3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游ゴシック</vt:lpstr>
      <vt:lpstr>游ゴシック Light</vt:lpstr>
      <vt:lpstr>Arial</vt:lpstr>
      <vt:lpstr>Times New Roman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TAMADA HARUAKI</dc:creator>
  <cp:lastModifiedBy>TAMADA HARUAKI</cp:lastModifiedBy>
  <cp:revision>11</cp:revision>
  <dcterms:created xsi:type="dcterms:W3CDTF">2026-05-18T02:42:50Z</dcterms:created>
  <dcterms:modified xsi:type="dcterms:W3CDTF">2026-05-19T02:09:19Z</dcterms:modified>
</cp:coreProperties>
</file>